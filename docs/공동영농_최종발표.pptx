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ijiSmWgZsgbTScSxaBTy8WVpVS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DAF698-1CD2-4D72-A1CD-8559842525D4}">
  <a:tblStyle styleId="{8ADAF698-1CD2-4D72-A1CD-8559842525D4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의도: 공동영농 법인이 참여 농가를 설득하다가 거절이 나왔을 때, 그 한 건이 지원 자격(면적 기준)과 조합원 평당 배당에 주는 영향을 즉시 보여 주는 의사결정 도구다. 가치제안(❶)을 기준점으로 고객군 → 채널 → 고객 관계 → 수익 → 핵심 활동·자원·파트너 → 비용 순서로 모든 블록을 "~할 것이다" 가설로 적었다. 핵심 자원의 프로토타입만 확인된 사실이고 나머지는 인터뷰로 검증할 가설이다. 수익 흐름 근거: 2025년산 논벼 10a당 직접생산비는 경영주 70세 이상 68.6만 원, 5ha 이상 농가 50.8만 원이다(국가데이터처, 2026.3.27). 법인 규모로 지으면 ha당 연 178만 원(25.9%)이 줄고, 거절 1건(1.7ha)이 빠지면 연 약 300만 원이 새어 나간다. 구독료는 그 3분의 1 수준인 ha당 연 2만 원으로, 미국 농업 소프트웨어 이용자 절반이 에이커당 연 5달러 미만(ha당 약 1.7만 원)을 내는 것과 비슷하다(Purdue 2019). 시범사업 예산은 식량작물공동경영체 교육·컨설팅 개소당 3천만 원(전남 2024) 사례에 맞췄다. 금액은 인터뷰로 검증한다.</a:t>
            </a:r>
          </a:p>
        </p:txBody>
      </p:sp>
      <p:sp>
        <p:nvSpPr>
          <p:cNvPr id="338" name="Google Shape;3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fld id="{00000000-1234-1234-1234-123412341234}" type="slidenum">
              <a:rPr b="0" i="0" lang="ko-KR" sz="1200" u="none" cap="none" strike="noStrike">
                <a:solidFill>
                  <a:srgbClr val="000000"/>
                </a:solidFill>
              </a:rPr>
              <a:t>‹#›</a:t>
            </a:fld>
            <a:endParaRPr b="0" i="0" sz="12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질문 원칙: 의견이 아니라 경험한 상황을 묻는다(마지막 경험, 시간·비용, 실제 행동). 개방형으로 묻는다. "쓰시겠어요?", "얼마 내시겠어요?" 같은 미래형·평가 질문은 하지 않는다. 순서: 문제 탐색 → 문제 강도 → 기존 대안. 솔루션 가설은 우리 제품이 아니라 해결 방식(거절 당일 기준·배당 영향과 대체 땅을 숫자로 아는 것)에 대한 가설이다. 제품을 보여 주지 않고, 지난 거절 때 무엇을 기다리느라 늦었는지를 물어 그 방식이 필요한지 검증한다.</a:t>
            </a:r>
          </a:p>
        </p:txBody>
      </p:sp>
      <p:sp>
        <p:nvSpPr>
          <p:cNvPr id="362" name="Google Shape;3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10594873" y="55531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사용자 지정 레이아웃">
  <p:cSld name="1_사용자 지정 레이아웃">
    <p:bg>
      <p:bgPr>
        <a:solidFill>
          <a:srgbClr val="1F2845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13"/>
          <p:cNvGrpSpPr/>
          <p:nvPr/>
        </p:nvGrpSpPr>
        <p:grpSpPr>
          <a:xfrm flipH="1">
            <a:off x="0" y="0"/>
            <a:ext cx="10290313" cy="6858000"/>
            <a:chOff x="1901687" y="0"/>
            <a:chExt cx="10290313" cy="6858000"/>
          </a:xfrm>
        </p:grpSpPr>
        <p:pic>
          <p:nvPicPr>
            <p:cNvPr id="23" name="Google Shape;23;p13"/>
            <p:cNvPicPr preferRelativeResize="0"/>
            <p:nvPr/>
          </p:nvPicPr>
          <p:blipFill rotWithShape="1">
            <a:blip r:embed="rId2">
              <a:alphaModFix amt="50000"/>
            </a:blip>
            <a:srcRect b="0" l="0" r="0" t="0"/>
            <a:stretch/>
          </p:blipFill>
          <p:spPr>
            <a:xfrm flipH="1">
              <a:off x="1903971" y="0"/>
              <a:ext cx="10288029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24;p13"/>
            <p:cNvSpPr/>
            <p:nvPr/>
          </p:nvSpPr>
          <p:spPr>
            <a:xfrm>
              <a:off x="1901687" y="0"/>
              <a:ext cx="9006819" cy="6858000"/>
            </a:xfrm>
            <a:prstGeom prst="rect">
              <a:avLst/>
            </a:prstGeom>
            <a:gradFill>
              <a:gsLst>
                <a:gs pos="0">
                  <a:srgbClr val="1F2845"/>
                </a:gs>
                <a:gs pos="43000">
                  <a:srgbClr val="1F2845"/>
                </a:gs>
                <a:gs pos="100000">
                  <a:srgbClr val="1F2845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5" name="Google Shape;25;p13"/>
          <p:cNvSpPr txBox="1"/>
          <p:nvPr/>
        </p:nvSpPr>
        <p:spPr>
          <a:xfrm>
            <a:off x="5540944" y="1005482"/>
            <a:ext cx="6096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과학기술 창업, </a:t>
            </a:r>
            <a:r>
              <a:rPr b="1" i="0" lang="ko-KR" sz="1400" u="none" cap="none" strike="noStrike">
                <a:solidFill>
                  <a:srgbClr val="338DC9"/>
                </a:solidFill>
                <a:latin typeface="Arial"/>
                <a:ea typeface="Arial"/>
                <a:cs typeface="Arial"/>
                <a:sym typeface="Arial"/>
              </a:rPr>
              <a:t>혁신</a:t>
            </a:r>
            <a:r>
              <a:rPr b="0" i="0" lang="ko-KR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의</a:t>
            </a:r>
            <a:r>
              <a:rPr b="1" i="0" lang="ko-KR" sz="1400" u="none" cap="none" strike="noStrike">
                <a:solidFill>
                  <a:srgbClr val="DF7C3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ko-KR" sz="1400" u="none" cap="none" strike="noStrike">
                <a:solidFill>
                  <a:srgbClr val="338DC9"/>
                </a:solidFill>
                <a:latin typeface="Arial"/>
                <a:ea typeface="Arial"/>
                <a:cs typeface="Arial"/>
                <a:sym typeface="Arial"/>
              </a:rPr>
              <a:t>물결</a:t>
            </a:r>
            <a:r>
              <a:rPr b="0" i="0" lang="ko-KR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을 일으키다</a:t>
            </a:r>
            <a:endParaRPr/>
          </a:p>
        </p:txBody>
      </p:sp>
      <p:grpSp>
        <p:nvGrpSpPr>
          <p:cNvPr id="26" name="Google Shape;26;p13"/>
          <p:cNvGrpSpPr/>
          <p:nvPr/>
        </p:nvGrpSpPr>
        <p:grpSpPr>
          <a:xfrm>
            <a:off x="6774633" y="3650243"/>
            <a:ext cx="4862311" cy="2389402"/>
            <a:chOff x="6422260" y="3429020"/>
            <a:chExt cx="5312489" cy="2610625"/>
          </a:xfrm>
        </p:grpSpPr>
        <p:sp>
          <p:nvSpPr>
            <p:cNvPr id="27" name="Google Shape;27;p13"/>
            <p:cNvSpPr/>
            <p:nvPr/>
          </p:nvSpPr>
          <p:spPr>
            <a:xfrm>
              <a:off x="6422260" y="3429020"/>
              <a:ext cx="5312489" cy="2610625"/>
            </a:xfrm>
            <a:custGeom>
              <a:rect b="b" l="l" r="r" t="t"/>
              <a:pathLst>
                <a:path extrusionOk="0" h="2610625" w="5312489">
                  <a:moveTo>
                    <a:pt x="1082707" y="87610"/>
                  </a:moveTo>
                  <a:cubicBezTo>
                    <a:pt x="1091660" y="89991"/>
                    <a:pt x="1092518" y="102374"/>
                    <a:pt x="1086517" y="105898"/>
                  </a:cubicBezTo>
                  <a:cubicBezTo>
                    <a:pt x="1071182" y="114851"/>
                    <a:pt x="1085088" y="121995"/>
                    <a:pt x="1092137" y="130187"/>
                  </a:cubicBezTo>
                  <a:cubicBezTo>
                    <a:pt x="1098042" y="136759"/>
                    <a:pt x="1107948" y="141902"/>
                    <a:pt x="1124141" y="141902"/>
                  </a:cubicBezTo>
                  <a:cubicBezTo>
                    <a:pt x="1137761" y="141902"/>
                    <a:pt x="1151668" y="135425"/>
                    <a:pt x="1147286" y="129901"/>
                  </a:cubicBezTo>
                  <a:cubicBezTo>
                    <a:pt x="1140905" y="121805"/>
                    <a:pt x="1150049" y="114375"/>
                    <a:pt x="1149668" y="107136"/>
                  </a:cubicBezTo>
                  <a:cubicBezTo>
                    <a:pt x="1149572" y="102374"/>
                    <a:pt x="1155668" y="99897"/>
                    <a:pt x="1150239" y="95611"/>
                  </a:cubicBezTo>
                  <a:cubicBezTo>
                    <a:pt x="1146048" y="92277"/>
                    <a:pt x="1148906" y="85324"/>
                    <a:pt x="1141762" y="81038"/>
                  </a:cubicBezTo>
                  <a:cubicBezTo>
                    <a:pt x="1137666" y="78561"/>
                    <a:pt x="1136714" y="69131"/>
                    <a:pt x="1124712" y="74942"/>
                  </a:cubicBezTo>
                  <a:cubicBezTo>
                    <a:pt x="1118140" y="78085"/>
                    <a:pt x="1110520" y="72846"/>
                    <a:pt x="1101757" y="72846"/>
                  </a:cubicBezTo>
                  <a:cubicBezTo>
                    <a:pt x="1082231" y="72846"/>
                    <a:pt x="1068229" y="83895"/>
                    <a:pt x="1082707" y="87610"/>
                  </a:cubicBezTo>
                  <a:close/>
                  <a:moveTo>
                    <a:pt x="998982" y="178574"/>
                  </a:moveTo>
                  <a:cubicBezTo>
                    <a:pt x="990695" y="179812"/>
                    <a:pt x="989457" y="186384"/>
                    <a:pt x="981647" y="186575"/>
                  </a:cubicBezTo>
                  <a:cubicBezTo>
                    <a:pt x="955929" y="191432"/>
                    <a:pt x="952786" y="203339"/>
                    <a:pt x="950690" y="208673"/>
                  </a:cubicBezTo>
                  <a:cubicBezTo>
                    <a:pt x="949452" y="211816"/>
                    <a:pt x="948690" y="223246"/>
                    <a:pt x="962692" y="224389"/>
                  </a:cubicBezTo>
                  <a:cubicBezTo>
                    <a:pt x="985266" y="228866"/>
                    <a:pt x="989457" y="243820"/>
                    <a:pt x="995172" y="246773"/>
                  </a:cubicBezTo>
                  <a:cubicBezTo>
                    <a:pt x="999458" y="248868"/>
                    <a:pt x="1014603" y="246106"/>
                    <a:pt x="1022414" y="237629"/>
                  </a:cubicBezTo>
                  <a:cubicBezTo>
                    <a:pt x="1032986" y="232390"/>
                    <a:pt x="1043940" y="227056"/>
                    <a:pt x="1050512" y="227056"/>
                  </a:cubicBezTo>
                  <a:cubicBezTo>
                    <a:pt x="1067562" y="227056"/>
                    <a:pt x="1081088" y="239057"/>
                    <a:pt x="1105662" y="222103"/>
                  </a:cubicBezTo>
                  <a:cubicBezTo>
                    <a:pt x="1110234" y="219817"/>
                    <a:pt x="1110425" y="215340"/>
                    <a:pt x="1109853" y="210673"/>
                  </a:cubicBezTo>
                  <a:cubicBezTo>
                    <a:pt x="1109091" y="205910"/>
                    <a:pt x="1107472" y="201053"/>
                    <a:pt x="1108615" y="197909"/>
                  </a:cubicBezTo>
                  <a:cubicBezTo>
                    <a:pt x="1111853" y="193337"/>
                    <a:pt x="1112044" y="181622"/>
                    <a:pt x="1100328" y="177240"/>
                  </a:cubicBezTo>
                  <a:cubicBezTo>
                    <a:pt x="1087565" y="173621"/>
                    <a:pt x="1096709" y="157904"/>
                    <a:pt x="1083278" y="159714"/>
                  </a:cubicBezTo>
                  <a:cubicBezTo>
                    <a:pt x="1074420" y="161524"/>
                    <a:pt x="1075373" y="169811"/>
                    <a:pt x="1070801" y="182288"/>
                  </a:cubicBezTo>
                  <a:cubicBezTo>
                    <a:pt x="1059275" y="189242"/>
                    <a:pt x="1061276" y="206387"/>
                    <a:pt x="1054513" y="206387"/>
                  </a:cubicBezTo>
                  <a:cubicBezTo>
                    <a:pt x="1046798" y="206387"/>
                    <a:pt x="1036034" y="191051"/>
                    <a:pt x="1021747" y="188384"/>
                  </a:cubicBezTo>
                  <a:cubicBezTo>
                    <a:pt x="1010984" y="186670"/>
                    <a:pt x="1004030" y="177050"/>
                    <a:pt x="999173" y="178764"/>
                  </a:cubicBezTo>
                  <a:close/>
                  <a:moveTo>
                    <a:pt x="1095280" y="239153"/>
                  </a:moveTo>
                  <a:cubicBezTo>
                    <a:pt x="1080421" y="246868"/>
                    <a:pt x="1080707" y="255059"/>
                    <a:pt x="1074801" y="268204"/>
                  </a:cubicBezTo>
                  <a:cubicBezTo>
                    <a:pt x="1067086" y="285349"/>
                    <a:pt x="1044321" y="326306"/>
                    <a:pt x="1055846" y="337927"/>
                  </a:cubicBezTo>
                  <a:lnTo>
                    <a:pt x="1060609" y="335546"/>
                  </a:lnTo>
                  <a:cubicBezTo>
                    <a:pt x="1080707" y="335546"/>
                    <a:pt x="1100233" y="332307"/>
                    <a:pt x="1105186" y="310971"/>
                  </a:cubicBezTo>
                  <a:cubicBezTo>
                    <a:pt x="1107281" y="302018"/>
                    <a:pt x="1103471" y="298208"/>
                    <a:pt x="1110615" y="288873"/>
                  </a:cubicBezTo>
                  <a:cubicBezTo>
                    <a:pt x="1117283" y="280110"/>
                    <a:pt x="1128617" y="274014"/>
                    <a:pt x="1127284" y="262775"/>
                  </a:cubicBezTo>
                  <a:cubicBezTo>
                    <a:pt x="1126808" y="258869"/>
                    <a:pt x="1121950" y="255631"/>
                    <a:pt x="1120045" y="252488"/>
                  </a:cubicBezTo>
                  <a:cubicBezTo>
                    <a:pt x="1117949" y="249059"/>
                    <a:pt x="1116521" y="239724"/>
                    <a:pt x="1113663" y="237438"/>
                  </a:cubicBezTo>
                  <a:cubicBezTo>
                    <a:pt x="1108996" y="233628"/>
                    <a:pt x="1105376" y="234009"/>
                    <a:pt x="1095375" y="239248"/>
                  </a:cubicBezTo>
                  <a:close/>
                  <a:moveTo>
                    <a:pt x="1438085" y="408602"/>
                  </a:moveTo>
                  <a:cubicBezTo>
                    <a:pt x="1482376" y="408602"/>
                    <a:pt x="1448848" y="406126"/>
                    <a:pt x="1481233" y="390600"/>
                  </a:cubicBezTo>
                  <a:cubicBezTo>
                    <a:pt x="1493330" y="384790"/>
                    <a:pt x="1460754" y="374408"/>
                    <a:pt x="1437894" y="364502"/>
                  </a:cubicBezTo>
                  <a:cubicBezTo>
                    <a:pt x="1424559" y="358691"/>
                    <a:pt x="1414558" y="353072"/>
                    <a:pt x="1418558" y="348500"/>
                  </a:cubicBezTo>
                  <a:cubicBezTo>
                    <a:pt x="1425226" y="340689"/>
                    <a:pt x="1425416" y="334403"/>
                    <a:pt x="1427607" y="325925"/>
                  </a:cubicBezTo>
                  <a:cubicBezTo>
                    <a:pt x="1430274" y="315257"/>
                    <a:pt x="1411319" y="309638"/>
                    <a:pt x="1392174" y="304208"/>
                  </a:cubicBezTo>
                  <a:cubicBezTo>
                    <a:pt x="1397794" y="302589"/>
                    <a:pt x="1404652" y="296874"/>
                    <a:pt x="1408748" y="294207"/>
                  </a:cubicBezTo>
                  <a:cubicBezTo>
                    <a:pt x="1414939" y="290207"/>
                    <a:pt x="1427131" y="285539"/>
                    <a:pt x="1429607" y="279158"/>
                  </a:cubicBezTo>
                  <a:cubicBezTo>
                    <a:pt x="1430941" y="275729"/>
                    <a:pt x="1428464" y="264680"/>
                    <a:pt x="1428655" y="260679"/>
                  </a:cubicBezTo>
                  <a:lnTo>
                    <a:pt x="1419892" y="262489"/>
                  </a:lnTo>
                  <a:cubicBezTo>
                    <a:pt x="1404557" y="249916"/>
                    <a:pt x="1417701" y="245249"/>
                    <a:pt x="1410176" y="228104"/>
                  </a:cubicBezTo>
                  <a:cubicBezTo>
                    <a:pt x="1406652" y="220388"/>
                    <a:pt x="1399032" y="203529"/>
                    <a:pt x="1385792" y="209054"/>
                  </a:cubicBezTo>
                  <a:cubicBezTo>
                    <a:pt x="1367504" y="216674"/>
                    <a:pt x="1372172" y="236200"/>
                    <a:pt x="1374077" y="245153"/>
                  </a:cubicBezTo>
                  <a:cubicBezTo>
                    <a:pt x="1376267" y="255917"/>
                    <a:pt x="1374743" y="267823"/>
                    <a:pt x="1377506" y="278491"/>
                  </a:cubicBezTo>
                  <a:cubicBezTo>
                    <a:pt x="1378649" y="282968"/>
                    <a:pt x="1381411" y="296588"/>
                    <a:pt x="1385507" y="302113"/>
                  </a:cubicBezTo>
                  <a:cubicBezTo>
                    <a:pt x="1374648" y="298970"/>
                    <a:pt x="1364742" y="295731"/>
                    <a:pt x="1359694" y="291445"/>
                  </a:cubicBezTo>
                  <a:cubicBezTo>
                    <a:pt x="1346740" y="280586"/>
                    <a:pt x="1366647" y="269442"/>
                    <a:pt x="1342263" y="264013"/>
                  </a:cubicBezTo>
                  <a:cubicBezTo>
                    <a:pt x="1333786" y="262108"/>
                    <a:pt x="1323023" y="260108"/>
                    <a:pt x="1311783" y="258488"/>
                  </a:cubicBezTo>
                  <a:cubicBezTo>
                    <a:pt x="1300544" y="256964"/>
                    <a:pt x="1288828" y="255821"/>
                    <a:pt x="1278636" y="255821"/>
                  </a:cubicBezTo>
                  <a:cubicBezTo>
                    <a:pt x="1251014" y="255821"/>
                    <a:pt x="1254443" y="270299"/>
                    <a:pt x="1245299" y="284111"/>
                  </a:cubicBezTo>
                  <a:cubicBezTo>
                    <a:pt x="1247585" y="271252"/>
                    <a:pt x="1245013" y="241915"/>
                    <a:pt x="1228249" y="253154"/>
                  </a:cubicBezTo>
                  <a:cubicBezTo>
                    <a:pt x="1219486" y="259060"/>
                    <a:pt x="1195292" y="260298"/>
                    <a:pt x="1172432" y="261917"/>
                  </a:cubicBezTo>
                  <a:lnTo>
                    <a:pt x="1154049" y="293445"/>
                  </a:lnTo>
                  <a:cubicBezTo>
                    <a:pt x="1165765" y="300494"/>
                    <a:pt x="1177481" y="307352"/>
                    <a:pt x="1181386" y="310971"/>
                  </a:cubicBezTo>
                  <a:cubicBezTo>
                    <a:pt x="1184339" y="313638"/>
                    <a:pt x="1196626" y="317829"/>
                    <a:pt x="1210532" y="320877"/>
                  </a:cubicBezTo>
                  <a:cubicBezTo>
                    <a:pt x="1223296" y="323639"/>
                    <a:pt x="1237583" y="325354"/>
                    <a:pt x="1247394" y="323925"/>
                  </a:cubicBezTo>
                  <a:cubicBezTo>
                    <a:pt x="1253681" y="323068"/>
                    <a:pt x="1267301" y="339927"/>
                    <a:pt x="1286447" y="346023"/>
                  </a:cubicBezTo>
                  <a:cubicBezTo>
                    <a:pt x="1300925" y="350500"/>
                    <a:pt x="1319879" y="343070"/>
                    <a:pt x="1333786" y="349643"/>
                  </a:cubicBezTo>
                  <a:cubicBezTo>
                    <a:pt x="1345216" y="354977"/>
                    <a:pt x="1354836" y="360882"/>
                    <a:pt x="1361503" y="366597"/>
                  </a:cubicBezTo>
                  <a:cubicBezTo>
                    <a:pt x="1366552" y="370788"/>
                    <a:pt x="1357979" y="379075"/>
                    <a:pt x="1348645" y="386409"/>
                  </a:cubicBezTo>
                  <a:cubicBezTo>
                    <a:pt x="1339025" y="393839"/>
                    <a:pt x="1328642" y="400411"/>
                    <a:pt x="1330071" y="401173"/>
                  </a:cubicBezTo>
                  <a:cubicBezTo>
                    <a:pt x="1335310" y="403935"/>
                    <a:pt x="1321213" y="395363"/>
                    <a:pt x="1306068" y="400125"/>
                  </a:cubicBezTo>
                  <a:cubicBezTo>
                    <a:pt x="1292257" y="404316"/>
                    <a:pt x="1286161" y="422033"/>
                    <a:pt x="1291209" y="424604"/>
                  </a:cubicBezTo>
                  <a:cubicBezTo>
                    <a:pt x="1314069" y="436415"/>
                    <a:pt x="1305782" y="412793"/>
                    <a:pt x="1327595" y="422699"/>
                  </a:cubicBezTo>
                  <a:cubicBezTo>
                    <a:pt x="1333024" y="425176"/>
                    <a:pt x="1338834" y="436225"/>
                    <a:pt x="1343978" y="438511"/>
                  </a:cubicBezTo>
                  <a:cubicBezTo>
                    <a:pt x="1348835" y="440606"/>
                    <a:pt x="1359122" y="445369"/>
                    <a:pt x="1369028" y="449846"/>
                  </a:cubicBezTo>
                  <a:cubicBezTo>
                    <a:pt x="1378077" y="453941"/>
                    <a:pt x="1386650" y="457847"/>
                    <a:pt x="1390555" y="459371"/>
                  </a:cubicBezTo>
                  <a:cubicBezTo>
                    <a:pt x="1409414" y="467372"/>
                    <a:pt x="1436846" y="443845"/>
                    <a:pt x="1445609" y="446417"/>
                  </a:cubicBezTo>
                  <a:cubicBezTo>
                    <a:pt x="1455706" y="449274"/>
                    <a:pt x="1442752" y="436511"/>
                    <a:pt x="1430465" y="423176"/>
                  </a:cubicBezTo>
                  <a:cubicBezTo>
                    <a:pt x="1418653" y="410031"/>
                    <a:pt x="1425512" y="408602"/>
                    <a:pt x="1438275" y="408602"/>
                  </a:cubicBezTo>
                  <a:close/>
                  <a:moveTo>
                    <a:pt x="967740" y="381837"/>
                  </a:moveTo>
                  <a:cubicBezTo>
                    <a:pt x="978884" y="372122"/>
                    <a:pt x="985076" y="385742"/>
                    <a:pt x="991648" y="381170"/>
                  </a:cubicBezTo>
                  <a:cubicBezTo>
                    <a:pt x="1005554" y="372503"/>
                    <a:pt x="1004602" y="383075"/>
                    <a:pt x="1007650" y="389076"/>
                  </a:cubicBezTo>
                  <a:cubicBezTo>
                    <a:pt x="1011174" y="395934"/>
                    <a:pt x="1022128" y="389552"/>
                    <a:pt x="1030415" y="382980"/>
                  </a:cubicBezTo>
                  <a:cubicBezTo>
                    <a:pt x="1038320" y="380789"/>
                    <a:pt x="1033653" y="374122"/>
                    <a:pt x="1040797" y="374693"/>
                  </a:cubicBezTo>
                  <a:cubicBezTo>
                    <a:pt x="1051274" y="372503"/>
                    <a:pt x="1049655" y="368216"/>
                    <a:pt x="1054227" y="366597"/>
                  </a:cubicBezTo>
                  <a:cubicBezTo>
                    <a:pt x="1061276" y="364121"/>
                    <a:pt x="1063657" y="350690"/>
                    <a:pt x="1051941" y="353738"/>
                  </a:cubicBezTo>
                  <a:cubicBezTo>
                    <a:pt x="1042702" y="356120"/>
                    <a:pt x="1037368" y="349643"/>
                    <a:pt x="1040702" y="345166"/>
                  </a:cubicBezTo>
                  <a:cubicBezTo>
                    <a:pt x="1044988" y="339260"/>
                    <a:pt x="1028891" y="344785"/>
                    <a:pt x="1030129" y="337355"/>
                  </a:cubicBezTo>
                  <a:cubicBezTo>
                    <a:pt x="1027748" y="329545"/>
                    <a:pt x="1018508" y="327164"/>
                    <a:pt x="1019842" y="323639"/>
                  </a:cubicBezTo>
                  <a:cubicBezTo>
                    <a:pt x="1020413" y="321830"/>
                    <a:pt x="1028605" y="318210"/>
                    <a:pt x="1025938" y="315448"/>
                  </a:cubicBezTo>
                  <a:cubicBezTo>
                    <a:pt x="1023271" y="312781"/>
                    <a:pt x="1028605" y="308971"/>
                    <a:pt x="1032605" y="308399"/>
                  </a:cubicBezTo>
                  <a:cubicBezTo>
                    <a:pt x="1040606" y="307066"/>
                    <a:pt x="1037844" y="303256"/>
                    <a:pt x="1040511" y="300398"/>
                  </a:cubicBezTo>
                  <a:cubicBezTo>
                    <a:pt x="1043940" y="297065"/>
                    <a:pt x="1051465" y="293540"/>
                    <a:pt x="1050703" y="290111"/>
                  </a:cubicBezTo>
                  <a:cubicBezTo>
                    <a:pt x="1049750" y="286397"/>
                    <a:pt x="1057847" y="281729"/>
                    <a:pt x="1060514" y="278586"/>
                  </a:cubicBezTo>
                  <a:cubicBezTo>
                    <a:pt x="1072039" y="270109"/>
                    <a:pt x="1071372" y="263918"/>
                    <a:pt x="1066895" y="261632"/>
                  </a:cubicBezTo>
                  <a:cubicBezTo>
                    <a:pt x="1063657" y="259917"/>
                    <a:pt x="1056799" y="261822"/>
                    <a:pt x="1047941" y="265442"/>
                  </a:cubicBezTo>
                  <a:cubicBezTo>
                    <a:pt x="1043273" y="267442"/>
                    <a:pt x="1038035" y="270204"/>
                    <a:pt x="1032510" y="272966"/>
                  </a:cubicBezTo>
                  <a:cubicBezTo>
                    <a:pt x="1023652" y="277538"/>
                    <a:pt x="1014984" y="286492"/>
                    <a:pt x="1004507" y="287349"/>
                  </a:cubicBezTo>
                  <a:cubicBezTo>
                    <a:pt x="992505" y="288302"/>
                    <a:pt x="991076" y="295826"/>
                    <a:pt x="984885" y="298112"/>
                  </a:cubicBezTo>
                  <a:cubicBezTo>
                    <a:pt x="978599" y="300589"/>
                    <a:pt x="979265" y="281348"/>
                    <a:pt x="975265" y="281348"/>
                  </a:cubicBezTo>
                  <a:cubicBezTo>
                    <a:pt x="967073" y="281348"/>
                    <a:pt x="950976" y="294112"/>
                    <a:pt x="942499" y="287921"/>
                  </a:cubicBezTo>
                  <a:cubicBezTo>
                    <a:pt x="938784" y="285158"/>
                    <a:pt x="953834" y="265442"/>
                    <a:pt x="929926" y="282968"/>
                  </a:cubicBezTo>
                  <a:cubicBezTo>
                    <a:pt x="924497" y="286968"/>
                    <a:pt x="922877" y="276872"/>
                    <a:pt x="918782" y="277919"/>
                  </a:cubicBezTo>
                  <a:cubicBezTo>
                    <a:pt x="912781" y="279539"/>
                    <a:pt x="906685" y="283063"/>
                    <a:pt x="900875" y="287825"/>
                  </a:cubicBezTo>
                  <a:cubicBezTo>
                    <a:pt x="896779" y="291254"/>
                    <a:pt x="895541" y="295922"/>
                    <a:pt x="891731" y="300113"/>
                  </a:cubicBezTo>
                  <a:cubicBezTo>
                    <a:pt x="887254" y="304970"/>
                    <a:pt x="880396" y="309542"/>
                    <a:pt x="876776" y="314686"/>
                  </a:cubicBezTo>
                  <a:cubicBezTo>
                    <a:pt x="873443" y="319258"/>
                    <a:pt x="876395" y="323830"/>
                    <a:pt x="874014" y="327926"/>
                  </a:cubicBezTo>
                  <a:cubicBezTo>
                    <a:pt x="870966" y="333164"/>
                    <a:pt x="862965" y="337546"/>
                    <a:pt x="861727" y="340594"/>
                  </a:cubicBezTo>
                  <a:cubicBezTo>
                    <a:pt x="860298" y="344213"/>
                    <a:pt x="859917" y="348309"/>
                    <a:pt x="860393" y="352691"/>
                  </a:cubicBezTo>
                  <a:cubicBezTo>
                    <a:pt x="860774" y="355548"/>
                    <a:pt x="865061" y="357929"/>
                    <a:pt x="866204" y="360882"/>
                  </a:cubicBezTo>
                  <a:cubicBezTo>
                    <a:pt x="868299" y="366788"/>
                    <a:pt x="865632" y="377932"/>
                    <a:pt x="874300" y="380599"/>
                  </a:cubicBezTo>
                  <a:cubicBezTo>
                    <a:pt x="886968" y="377932"/>
                    <a:pt x="879253" y="386695"/>
                    <a:pt x="882015" y="389267"/>
                  </a:cubicBezTo>
                  <a:cubicBezTo>
                    <a:pt x="888206" y="395458"/>
                    <a:pt x="895922" y="408221"/>
                    <a:pt x="902494" y="402506"/>
                  </a:cubicBezTo>
                  <a:cubicBezTo>
                    <a:pt x="911352" y="394886"/>
                    <a:pt x="926878" y="399935"/>
                    <a:pt x="938594" y="395458"/>
                  </a:cubicBezTo>
                  <a:cubicBezTo>
                    <a:pt x="943070" y="393743"/>
                    <a:pt x="942023" y="392219"/>
                    <a:pt x="942213" y="390410"/>
                  </a:cubicBezTo>
                  <a:cubicBezTo>
                    <a:pt x="937736" y="368693"/>
                    <a:pt x="963835" y="387171"/>
                    <a:pt x="967645" y="381932"/>
                  </a:cubicBezTo>
                  <a:close/>
                  <a:moveTo>
                    <a:pt x="1208437" y="1185271"/>
                  </a:moveTo>
                  <a:cubicBezTo>
                    <a:pt x="1201865" y="1185271"/>
                    <a:pt x="1191673" y="1192320"/>
                    <a:pt x="1185577" y="1193082"/>
                  </a:cubicBezTo>
                  <a:cubicBezTo>
                    <a:pt x="1168527" y="1195177"/>
                    <a:pt x="1155859" y="1199844"/>
                    <a:pt x="1154430" y="1205464"/>
                  </a:cubicBezTo>
                  <a:cubicBezTo>
                    <a:pt x="1116330" y="1219180"/>
                    <a:pt x="1163193" y="1222609"/>
                    <a:pt x="1189006" y="1222609"/>
                  </a:cubicBezTo>
                  <a:cubicBezTo>
                    <a:pt x="1201865" y="1222609"/>
                    <a:pt x="1204627" y="1215465"/>
                    <a:pt x="1213676" y="1213084"/>
                  </a:cubicBezTo>
                  <a:cubicBezTo>
                    <a:pt x="1222724" y="1210512"/>
                    <a:pt x="1247013" y="1209084"/>
                    <a:pt x="1247870" y="1205464"/>
                  </a:cubicBezTo>
                  <a:cubicBezTo>
                    <a:pt x="1249013" y="1200702"/>
                    <a:pt x="1241679" y="1196606"/>
                    <a:pt x="1229582" y="1194224"/>
                  </a:cubicBezTo>
                  <a:cubicBezTo>
                    <a:pt x="1222724" y="1192796"/>
                    <a:pt x="1217962" y="1185366"/>
                    <a:pt x="1208437" y="1185366"/>
                  </a:cubicBezTo>
                  <a:close/>
                  <a:moveTo>
                    <a:pt x="1665732" y="1534553"/>
                  </a:moveTo>
                  <a:cubicBezTo>
                    <a:pt x="1659922" y="1523218"/>
                    <a:pt x="1661636" y="1527504"/>
                    <a:pt x="1653635" y="1522932"/>
                  </a:cubicBezTo>
                  <a:cubicBezTo>
                    <a:pt x="1646206" y="1517027"/>
                    <a:pt x="1639157" y="1512836"/>
                    <a:pt x="1634966" y="1505597"/>
                  </a:cubicBezTo>
                  <a:cubicBezTo>
                    <a:pt x="1628585" y="1493691"/>
                    <a:pt x="1615916" y="1492452"/>
                    <a:pt x="1597343" y="1490452"/>
                  </a:cubicBezTo>
                  <a:cubicBezTo>
                    <a:pt x="1576483" y="1488738"/>
                    <a:pt x="1565624" y="1497405"/>
                    <a:pt x="1560005" y="1488356"/>
                  </a:cubicBezTo>
                  <a:cubicBezTo>
                    <a:pt x="1555623" y="1481308"/>
                    <a:pt x="1538669" y="1479308"/>
                    <a:pt x="1534573" y="1473212"/>
                  </a:cubicBezTo>
                  <a:cubicBezTo>
                    <a:pt x="1525810" y="1460734"/>
                    <a:pt x="1519428" y="1460734"/>
                    <a:pt x="1504283" y="1458448"/>
                  </a:cubicBezTo>
                  <a:cubicBezTo>
                    <a:pt x="1483995" y="1455400"/>
                    <a:pt x="1466088" y="1449876"/>
                    <a:pt x="1466088" y="1449876"/>
                  </a:cubicBezTo>
                  <a:cubicBezTo>
                    <a:pt x="1461230" y="1446351"/>
                    <a:pt x="1462659" y="1410156"/>
                    <a:pt x="1462659" y="1410156"/>
                  </a:cubicBezTo>
                  <a:cubicBezTo>
                    <a:pt x="1462659" y="1405775"/>
                    <a:pt x="1465326" y="1393773"/>
                    <a:pt x="1455992" y="1393488"/>
                  </a:cubicBezTo>
                  <a:cubicBezTo>
                    <a:pt x="1451610" y="1393297"/>
                    <a:pt x="1452277" y="1375295"/>
                    <a:pt x="1448086" y="1375009"/>
                  </a:cubicBezTo>
                  <a:cubicBezTo>
                    <a:pt x="1441037" y="1374818"/>
                    <a:pt x="1409795" y="1371199"/>
                    <a:pt x="1402937" y="1371009"/>
                  </a:cubicBezTo>
                  <a:cubicBezTo>
                    <a:pt x="1397032" y="1370627"/>
                    <a:pt x="1377791" y="1365103"/>
                    <a:pt x="1371981" y="1364722"/>
                  </a:cubicBezTo>
                  <a:cubicBezTo>
                    <a:pt x="1363885" y="1364436"/>
                    <a:pt x="1362647" y="1348815"/>
                    <a:pt x="1354836" y="1348434"/>
                  </a:cubicBezTo>
                  <a:cubicBezTo>
                    <a:pt x="1340263" y="1347672"/>
                    <a:pt x="1345502" y="1329194"/>
                    <a:pt x="1331881" y="1328241"/>
                  </a:cubicBezTo>
                  <a:cubicBezTo>
                    <a:pt x="1324547" y="1327765"/>
                    <a:pt x="1326261" y="1309953"/>
                    <a:pt x="1320260" y="1308334"/>
                  </a:cubicBezTo>
                  <a:cubicBezTo>
                    <a:pt x="1315593" y="1307858"/>
                    <a:pt x="1299496" y="1300619"/>
                    <a:pt x="1295019" y="1300143"/>
                  </a:cubicBezTo>
                  <a:cubicBezTo>
                    <a:pt x="1291114" y="1299952"/>
                    <a:pt x="1288256" y="1281378"/>
                    <a:pt x="1283684" y="1290237"/>
                  </a:cubicBezTo>
                  <a:cubicBezTo>
                    <a:pt x="1283684" y="1290237"/>
                    <a:pt x="1267682" y="1296904"/>
                    <a:pt x="1261205" y="1296142"/>
                  </a:cubicBezTo>
                  <a:cubicBezTo>
                    <a:pt x="1256633" y="1295571"/>
                    <a:pt x="1236631" y="1307286"/>
                    <a:pt x="1236631" y="1307286"/>
                  </a:cubicBezTo>
                  <a:cubicBezTo>
                    <a:pt x="1236631" y="1307286"/>
                    <a:pt x="1220915" y="1306334"/>
                    <a:pt x="1200912" y="1304238"/>
                  </a:cubicBezTo>
                  <a:cubicBezTo>
                    <a:pt x="1193197" y="1301285"/>
                    <a:pt x="1189863" y="1282617"/>
                    <a:pt x="1173004" y="1286522"/>
                  </a:cubicBezTo>
                  <a:cubicBezTo>
                    <a:pt x="1170527" y="1287379"/>
                    <a:pt x="1159383" y="1286998"/>
                    <a:pt x="1147953" y="1298238"/>
                  </a:cubicBezTo>
                  <a:cubicBezTo>
                    <a:pt x="1143572" y="1302524"/>
                    <a:pt x="1122712" y="1297190"/>
                    <a:pt x="1117568" y="1302238"/>
                  </a:cubicBezTo>
                  <a:cubicBezTo>
                    <a:pt x="1112806" y="1307001"/>
                    <a:pt x="1096042" y="1311096"/>
                    <a:pt x="1091089" y="1316049"/>
                  </a:cubicBezTo>
                  <a:cubicBezTo>
                    <a:pt x="1088327" y="1318907"/>
                    <a:pt x="1065943" y="1322145"/>
                    <a:pt x="1056513" y="1326336"/>
                  </a:cubicBezTo>
                  <a:lnTo>
                    <a:pt x="1055275" y="1327193"/>
                  </a:lnTo>
                  <a:cubicBezTo>
                    <a:pt x="1056799" y="1323764"/>
                    <a:pt x="1057085" y="1320812"/>
                    <a:pt x="1055942" y="1320240"/>
                  </a:cubicBezTo>
                  <a:cubicBezTo>
                    <a:pt x="1051751" y="1319383"/>
                    <a:pt x="1046417" y="1322145"/>
                    <a:pt x="1044512" y="1320240"/>
                  </a:cubicBezTo>
                  <a:cubicBezTo>
                    <a:pt x="1041559" y="1318526"/>
                    <a:pt x="1036034" y="1327193"/>
                    <a:pt x="1032605" y="1329098"/>
                  </a:cubicBezTo>
                  <a:cubicBezTo>
                    <a:pt x="1028510" y="1329575"/>
                    <a:pt x="1020890" y="1323288"/>
                    <a:pt x="1013746" y="1324336"/>
                  </a:cubicBezTo>
                  <a:cubicBezTo>
                    <a:pt x="1013746" y="1324336"/>
                    <a:pt x="1012317" y="1318431"/>
                    <a:pt x="1000125" y="1316049"/>
                  </a:cubicBezTo>
                  <a:cubicBezTo>
                    <a:pt x="994410" y="1315097"/>
                    <a:pt x="984028" y="1313192"/>
                    <a:pt x="990505" y="1302238"/>
                  </a:cubicBezTo>
                  <a:cubicBezTo>
                    <a:pt x="996601" y="1292142"/>
                    <a:pt x="999935" y="1293189"/>
                    <a:pt x="1009364" y="1276521"/>
                  </a:cubicBezTo>
                  <a:cubicBezTo>
                    <a:pt x="1021175" y="1255566"/>
                    <a:pt x="1024604" y="1247184"/>
                    <a:pt x="1027367" y="1237373"/>
                  </a:cubicBezTo>
                  <a:cubicBezTo>
                    <a:pt x="1027367" y="1237373"/>
                    <a:pt x="1028510" y="1233563"/>
                    <a:pt x="1008221" y="1233563"/>
                  </a:cubicBezTo>
                  <a:cubicBezTo>
                    <a:pt x="999839" y="1231658"/>
                    <a:pt x="983171" y="1235372"/>
                    <a:pt x="983171" y="1235372"/>
                  </a:cubicBezTo>
                  <a:cubicBezTo>
                    <a:pt x="974217" y="1235372"/>
                    <a:pt x="963835" y="1244421"/>
                    <a:pt x="957929" y="1237373"/>
                  </a:cubicBezTo>
                  <a:cubicBezTo>
                    <a:pt x="951548" y="1231658"/>
                    <a:pt x="952786" y="1226229"/>
                    <a:pt x="955453" y="1216132"/>
                  </a:cubicBezTo>
                  <a:cubicBezTo>
                    <a:pt x="957739" y="1212322"/>
                    <a:pt x="961835" y="1206321"/>
                    <a:pt x="963835" y="1202797"/>
                  </a:cubicBezTo>
                  <a:lnTo>
                    <a:pt x="980599" y="1191272"/>
                  </a:lnTo>
                  <a:cubicBezTo>
                    <a:pt x="983456" y="1186700"/>
                    <a:pt x="986409" y="1174508"/>
                    <a:pt x="989076" y="1170317"/>
                  </a:cubicBezTo>
                  <a:cubicBezTo>
                    <a:pt x="991267" y="1166793"/>
                    <a:pt x="997172" y="1152029"/>
                    <a:pt x="990981" y="1143456"/>
                  </a:cubicBezTo>
                  <a:cubicBezTo>
                    <a:pt x="987743" y="1138789"/>
                    <a:pt x="968407" y="1158125"/>
                    <a:pt x="960692" y="1163745"/>
                  </a:cubicBezTo>
                  <a:cubicBezTo>
                    <a:pt x="960692" y="1163745"/>
                    <a:pt x="955262" y="1169364"/>
                    <a:pt x="948309" y="1166602"/>
                  </a:cubicBezTo>
                  <a:cubicBezTo>
                    <a:pt x="946880" y="1164697"/>
                    <a:pt x="938784" y="1163649"/>
                    <a:pt x="936022" y="1160887"/>
                  </a:cubicBezTo>
                  <a:cubicBezTo>
                    <a:pt x="933831" y="1155458"/>
                    <a:pt x="926878" y="1162506"/>
                    <a:pt x="922782" y="1170222"/>
                  </a:cubicBezTo>
                  <a:cubicBezTo>
                    <a:pt x="921449" y="1172793"/>
                    <a:pt x="909161" y="1205083"/>
                    <a:pt x="898112" y="1206607"/>
                  </a:cubicBezTo>
                  <a:cubicBezTo>
                    <a:pt x="891159" y="1207560"/>
                    <a:pt x="874586" y="1201749"/>
                    <a:pt x="866013" y="1202892"/>
                  </a:cubicBezTo>
                  <a:cubicBezTo>
                    <a:pt x="857726" y="1203749"/>
                    <a:pt x="850392" y="1197082"/>
                    <a:pt x="844391" y="1187462"/>
                  </a:cubicBezTo>
                  <a:cubicBezTo>
                    <a:pt x="839152" y="1183842"/>
                    <a:pt x="839629" y="1176889"/>
                    <a:pt x="837629" y="1174222"/>
                  </a:cubicBezTo>
                  <a:cubicBezTo>
                    <a:pt x="835152" y="1170698"/>
                    <a:pt x="850297" y="1159935"/>
                    <a:pt x="841724" y="1155363"/>
                  </a:cubicBezTo>
                  <a:cubicBezTo>
                    <a:pt x="832866" y="1155553"/>
                    <a:pt x="838581" y="1146790"/>
                    <a:pt x="835057" y="1142218"/>
                  </a:cubicBezTo>
                  <a:cubicBezTo>
                    <a:pt x="831818" y="1138122"/>
                    <a:pt x="848297" y="1129550"/>
                    <a:pt x="845058" y="1125549"/>
                  </a:cubicBezTo>
                  <a:cubicBezTo>
                    <a:pt x="841439" y="1120977"/>
                    <a:pt x="856393" y="1118787"/>
                    <a:pt x="852869" y="1114500"/>
                  </a:cubicBezTo>
                  <a:cubicBezTo>
                    <a:pt x="849344" y="1109547"/>
                    <a:pt x="856107" y="1103642"/>
                    <a:pt x="853535" y="1099832"/>
                  </a:cubicBezTo>
                  <a:cubicBezTo>
                    <a:pt x="849154" y="1093164"/>
                    <a:pt x="866299" y="1077353"/>
                    <a:pt x="867918" y="1076019"/>
                  </a:cubicBezTo>
                  <a:cubicBezTo>
                    <a:pt x="883063" y="1063065"/>
                    <a:pt x="883444" y="1077353"/>
                    <a:pt x="894398" y="1074305"/>
                  </a:cubicBezTo>
                  <a:cubicBezTo>
                    <a:pt x="909638" y="1065256"/>
                    <a:pt x="917353" y="1063542"/>
                    <a:pt x="917353" y="1063542"/>
                  </a:cubicBezTo>
                  <a:cubicBezTo>
                    <a:pt x="920115" y="1062399"/>
                    <a:pt x="934307" y="1056493"/>
                    <a:pt x="942308" y="1059827"/>
                  </a:cubicBezTo>
                  <a:cubicBezTo>
                    <a:pt x="948404" y="1062399"/>
                    <a:pt x="953072" y="1067637"/>
                    <a:pt x="962692" y="1070781"/>
                  </a:cubicBezTo>
                  <a:cubicBezTo>
                    <a:pt x="964597" y="1071352"/>
                    <a:pt x="975170" y="1076495"/>
                    <a:pt x="980027" y="1069352"/>
                  </a:cubicBezTo>
                  <a:cubicBezTo>
                    <a:pt x="982694" y="1063161"/>
                    <a:pt x="999458" y="1052207"/>
                    <a:pt x="1007554" y="1050873"/>
                  </a:cubicBezTo>
                  <a:cubicBezTo>
                    <a:pt x="1023842" y="1048111"/>
                    <a:pt x="1035463" y="1060589"/>
                    <a:pt x="1038892" y="1061541"/>
                  </a:cubicBezTo>
                  <a:cubicBezTo>
                    <a:pt x="1046702" y="1064113"/>
                    <a:pt x="1055275" y="1062875"/>
                    <a:pt x="1063562" y="1065256"/>
                  </a:cubicBezTo>
                  <a:cubicBezTo>
                    <a:pt x="1074515" y="1068304"/>
                    <a:pt x="1078325" y="1075638"/>
                    <a:pt x="1069848" y="1085735"/>
                  </a:cubicBezTo>
                  <a:cubicBezTo>
                    <a:pt x="1069848" y="1085735"/>
                    <a:pt x="1066514" y="1093260"/>
                    <a:pt x="1071848" y="1105261"/>
                  </a:cubicBezTo>
                  <a:cubicBezTo>
                    <a:pt x="1080516" y="1127073"/>
                    <a:pt x="1080326" y="1121549"/>
                    <a:pt x="1093280" y="1121930"/>
                  </a:cubicBezTo>
                  <a:cubicBezTo>
                    <a:pt x="1103757" y="1120977"/>
                    <a:pt x="1103186" y="1112976"/>
                    <a:pt x="1104424" y="1105261"/>
                  </a:cubicBezTo>
                  <a:cubicBezTo>
                    <a:pt x="1105853" y="1097355"/>
                    <a:pt x="1107091" y="1087830"/>
                    <a:pt x="1107091" y="1087830"/>
                  </a:cubicBezTo>
                  <a:cubicBezTo>
                    <a:pt x="1105472" y="1081068"/>
                    <a:pt x="1096042" y="1070971"/>
                    <a:pt x="1104710" y="1057922"/>
                  </a:cubicBezTo>
                  <a:cubicBezTo>
                    <a:pt x="1109853" y="1050016"/>
                    <a:pt x="1101947" y="1044968"/>
                    <a:pt x="1109186" y="1034490"/>
                  </a:cubicBezTo>
                  <a:cubicBezTo>
                    <a:pt x="1114425" y="1026965"/>
                    <a:pt x="1117949" y="1028870"/>
                    <a:pt x="1123855" y="1020488"/>
                  </a:cubicBezTo>
                  <a:cubicBezTo>
                    <a:pt x="1128236" y="1014011"/>
                    <a:pt x="1139285" y="1016297"/>
                    <a:pt x="1143953" y="1009820"/>
                  </a:cubicBezTo>
                  <a:cubicBezTo>
                    <a:pt x="1148620" y="1003058"/>
                    <a:pt x="1163860" y="1004296"/>
                    <a:pt x="1168622" y="997438"/>
                  </a:cubicBezTo>
                  <a:cubicBezTo>
                    <a:pt x="1173385" y="990675"/>
                    <a:pt x="1176909" y="997438"/>
                    <a:pt x="1185577" y="989723"/>
                  </a:cubicBezTo>
                  <a:cubicBezTo>
                    <a:pt x="1211771" y="968101"/>
                    <a:pt x="1196816" y="960767"/>
                    <a:pt x="1201579" y="954004"/>
                  </a:cubicBezTo>
                  <a:cubicBezTo>
                    <a:pt x="1207770" y="945146"/>
                    <a:pt x="1213009" y="950765"/>
                    <a:pt x="1217581" y="944479"/>
                  </a:cubicBezTo>
                  <a:cubicBezTo>
                    <a:pt x="1225201" y="933525"/>
                    <a:pt x="1230725" y="922476"/>
                    <a:pt x="1230916" y="922286"/>
                  </a:cubicBezTo>
                  <a:cubicBezTo>
                    <a:pt x="1238155" y="914094"/>
                    <a:pt x="1252061" y="912951"/>
                    <a:pt x="1258157" y="906093"/>
                  </a:cubicBezTo>
                  <a:cubicBezTo>
                    <a:pt x="1271302" y="896092"/>
                    <a:pt x="1290638" y="895330"/>
                    <a:pt x="1293400" y="891044"/>
                  </a:cubicBezTo>
                  <a:cubicBezTo>
                    <a:pt x="1296734" y="885995"/>
                    <a:pt x="1302068" y="897807"/>
                    <a:pt x="1303782" y="891044"/>
                  </a:cubicBezTo>
                  <a:cubicBezTo>
                    <a:pt x="1300734" y="880280"/>
                    <a:pt x="1298257" y="877613"/>
                    <a:pt x="1299210" y="876090"/>
                  </a:cubicBezTo>
                  <a:cubicBezTo>
                    <a:pt x="1307592" y="863040"/>
                    <a:pt x="1298162" y="877232"/>
                    <a:pt x="1306163" y="864374"/>
                  </a:cubicBezTo>
                  <a:cubicBezTo>
                    <a:pt x="1311307" y="856468"/>
                    <a:pt x="1326928" y="860659"/>
                    <a:pt x="1331976" y="852753"/>
                  </a:cubicBezTo>
                  <a:cubicBezTo>
                    <a:pt x="1338548" y="842180"/>
                    <a:pt x="1336834" y="850943"/>
                    <a:pt x="1357313" y="841228"/>
                  </a:cubicBezTo>
                  <a:cubicBezTo>
                    <a:pt x="1371981" y="834275"/>
                    <a:pt x="1377125" y="832941"/>
                    <a:pt x="1379315" y="834751"/>
                  </a:cubicBezTo>
                  <a:cubicBezTo>
                    <a:pt x="1381601" y="835989"/>
                    <a:pt x="1369790" y="847038"/>
                    <a:pt x="1363980" y="847800"/>
                  </a:cubicBezTo>
                  <a:cubicBezTo>
                    <a:pt x="1358265" y="848657"/>
                    <a:pt x="1353979" y="856087"/>
                    <a:pt x="1353979" y="856087"/>
                  </a:cubicBezTo>
                  <a:cubicBezTo>
                    <a:pt x="1348359" y="862659"/>
                    <a:pt x="1371028" y="866565"/>
                    <a:pt x="1379792" y="859421"/>
                  </a:cubicBezTo>
                  <a:cubicBezTo>
                    <a:pt x="1388459" y="852372"/>
                    <a:pt x="1384935" y="846086"/>
                    <a:pt x="1395698" y="844562"/>
                  </a:cubicBezTo>
                  <a:cubicBezTo>
                    <a:pt x="1395698" y="844562"/>
                    <a:pt x="1413320" y="841609"/>
                    <a:pt x="1419797" y="837990"/>
                  </a:cubicBezTo>
                  <a:cubicBezTo>
                    <a:pt x="1434465" y="831703"/>
                    <a:pt x="1446943" y="835037"/>
                    <a:pt x="1447991" y="831513"/>
                  </a:cubicBezTo>
                  <a:cubicBezTo>
                    <a:pt x="1453420" y="826655"/>
                    <a:pt x="1455992" y="822559"/>
                    <a:pt x="1453039" y="817701"/>
                  </a:cubicBezTo>
                  <a:cubicBezTo>
                    <a:pt x="1453039" y="817701"/>
                    <a:pt x="1453991" y="811510"/>
                    <a:pt x="1453325" y="809129"/>
                  </a:cubicBezTo>
                  <a:lnTo>
                    <a:pt x="1450277" y="808081"/>
                  </a:lnTo>
                  <a:lnTo>
                    <a:pt x="1446562" y="810081"/>
                  </a:lnTo>
                  <a:cubicBezTo>
                    <a:pt x="1443038" y="814367"/>
                    <a:pt x="1436942" y="824083"/>
                    <a:pt x="1434465" y="818463"/>
                  </a:cubicBezTo>
                  <a:cubicBezTo>
                    <a:pt x="1433894" y="817225"/>
                    <a:pt x="1422082" y="818559"/>
                    <a:pt x="1414558" y="807128"/>
                  </a:cubicBezTo>
                  <a:cubicBezTo>
                    <a:pt x="1407414" y="799032"/>
                    <a:pt x="1393698" y="809605"/>
                    <a:pt x="1393698" y="809605"/>
                  </a:cubicBezTo>
                  <a:cubicBezTo>
                    <a:pt x="1369981" y="821607"/>
                    <a:pt x="1408081" y="786840"/>
                    <a:pt x="1405033" y="786174"/>
                  </a:cubicBezTo>
                  <a:cubicBezTo>
                    <a:pt x="1396651" y="784364"/>
                    <a:pt x="1401794" y="773410"/>
                    <a:pt x="1401794" y="773410"/>
                  </a:cubicBezTo>
                  <a:cubicBezTo>
                    <a:pt x="1403699" y="768076"/>
                    <a:pt x="1394651" y="773791"/>
                    <a:pt x="1386173" y="771791"/>
                  </a:cubicBezTo>
                  <a:cubicBezTo>
                    <a:pt x="1376363" y="770171"/>
                    <a:pt x="1367885" y="775886"/>
                    <a:pt x="1360646" y="776553"/>
                  </a:cubicBezTo>
                  <a:cubicBezTo>
                    <a:pt x="1350550" y="776363"/>
                    <a:pt x="1361027" y="786174"/>
                    <a:pt x="1349693" y="787793"/>
                  </a:cubicBezTo>
                  <a:cubicBezTo>
                    <a:pt x="1341215" y="788936"/>
                    <a:pt x="1314641" y="809034"/>
                    <a:pt x="1315212" y="803890"/>
                  </a:cubicBezTo>
                  <a:cubicBezTo>
                    <a:pt x="1315212" y="803890"/>
                    <a:pt x="1315688" y="794936"/>
                    <a:pt x="1318070" y="792555"/>
                  </a:cubicBezTo>
                  <a:cubicBezTo>
                    <a:pt x="1320165" y="789603"/>
                    <a:pt x="1329404" y="787697"/>
                    <a:pt x="1329404" y="787697"/>
                  </a:cubicBezTo>
                  <a:cubicBezTo>
                    <a:pt x="1334834" y="786650"/>
                    <a:pt x="1341025" y="777125"/>
                    <a:pt x="1349693" y="771695"/>
                  </a:cubicBezTo>
                  <a:cubicBezTo>
                    <a:pt x="1355693" y="769981"/>
                    <a:pt x="1358265" y="766647"/>
                    <a:pt x="1367028" y="767028"/>
                  </a:cubicBezTo>
                  <a:cubicBezTo>
                    <a:pt x="1370933" y="767028"/>
                    <a:pt x="1368457" y="761885"/>
                    <a:pt x="1376172" y="762170"/>
                  </a:cubicBezTo>
                  <a:cubicBezTo>
                    <a:pt x="1386173" y="762742"/>
                    <a:pt x="1379887" y="737596"/>
                    <a:pt x="1393317" y="757217"/>
                  </a:cubicBezTo>
                  <a:cubicBezTo>
                    <a:pt x="1428941" y="782935"/>
                    <a:pt x="1427702" y="775886"/>
                    <a:pt x="1427702" y="775886"/>
                  </a:cubicBezTo>
                  <a:cubicBezTo>
                    <a:pt x="1436084" y="773315"/>
                    <a:pt x="1418273" y="758456"/>
                    <a:pt x="1425416" y="759027"/>
                  </a:cubicBezTo>
                  <a:cubicBezTo>
                    <a:pt x="1431798" y="757503"/>
                    <a:pt x="1456563" y="755979"/>
                    <a:pt x="1456563" y="755979"/>
                  </a:cubicBezTo>
                  <a:cubicBezTo>
                    <a:pt x="1456563" y="755979"/>
                    <a:pt x="1469422" y="751217"/>
                    <a:pt x="1476756" y="746454"/>
                  </a:cubicBezTo>
                  <a:cubicBezTo>
                    <a:pt x="1476756" y="746454"/>
                    <a:pt x="1483138" y="742740"/>
                    <a:pt x="1482090" y="740168"/>
                  </a:cubicBezTo>
                  <a:cubicBezTo>
                    <a:pt x="1480757" y="737405"/>
                    <a:pt x="1493806" y="732357"/>
                    <a:pt x="1493806" y="732357"/>
                  </a:cubicBezTo>
                  <a:cubicBezTo>
                    <a:pt x="1504760" y="729976"/>
                    <a:pt x="1487138" y="739406"/>
                    <a:pt x="1503902" y="739692"/>
                  </a:cubicBezTo>
                  <a:cubicBezTo>
                    <a:pt x="1514951" y="741692"/>
                    <a:pt x="1488281" y="748074"/>
                    <a:pt x="1492758" y="755979"/>
                  </a:cubicBezTo>
                  <a:cubicBezTo>
                    <a:pt x="1496949" y="763409"/>
                    <a:pt x="1483233" y="763790"/>
                    <a:pt x="1475137" y="769314"/>
                  </a:cubicBezTo>
                  <a:cubicBezTo>
                    <a:pt x="1449134" y="783030"/>
                    <a:pt x="1462659" y="790174"/>
                    <a:pt x="1464945" y="791031"/>
                  </a:cubicBezTo>
                  <a:cubicBezTo>
                    <a:pt x="1469327" y="791698"/>
                    <a:pt x="1472946" y="804747"/>
                    <a:pt x="1479232" y="800556"/>
                  </a:cubicBezTo>
                  <a:cubicBezTo>
                    <a:pt x="1486091" y="794079"/>
                    <a:pt x="1494568" y="794460"/>
                    <a:pt x="1496473" y="795699"/>
                  </a:cubicBezTo>
                  <a:cubicBezTo>
                    <a:pt x="1500664" y="795699"/>
                    <a:pt x="1502093" y="800747"/>
                    <a:pt x="1502950" y="803795"/>
                  </a:cubicBezTo>
                  <a:cubicBezTo>
                    <a:pt x="1509236" y="813224"/>
                    <a:pt x="1499330" y="817987"/>
                    <a:pt x="1506093" y="818273"/>
                  </a:cubicBezTo>
                  <a:cubicBezTo>
                    <a:pt x="1511618" y="819892"/>
                    <a:pt x="1518380" y="805033"/>
                    <a:pt x="1525048" y="805224"/>
                  </a:cubicBezTo>
                  <a:cubicBezTo>
                    <a:pt x="1530668" y="805414"/>
                    <a:pt x="1536192" y="814939"/>
                    <a:pt x="1541526" y="814939"/>
                  </a:cubicBezTo>
                  <a:cubicBezTo>
                    <a:pt x="1549051" y="815130"/>
                    <a:pt x="1552956" y="800651"/>
                    <a:pt x="1558671" y="800461"/>
                  </a:cubicBezTo>
                  <a:cubicBezTo>
                    <a:pt x="1570958" y="800080"/>
                    <a:pt x="1560100" y="786840"/>
                    <a:pt x="1557909" y="784459"/>
                  </a:cubicBezTo>
                  <a:cubicBezTo>
                    <a:pt x="1552766" y="779506"/>
                    <a:pt x="1545622" y="773219"/>
                    <a:pt x="1539621" y="768647"/>
                  </a:cubicBezTo>
                  <a:cubicBezTo>
                    <a:pt x="1533430" y="764171"/>
                    <a:pt x="1522857" y="770743"/>
                    <a:pt x="1518095" y="760456"/>
                  </a:cubicBezTo>
                  <a:cubicBezTo>
                    <a:pt x="1507236" y="737215"/>
                    <a:pt x="1524476" y="739311"/>
                    <a:pt x="1529525" y="734643"/>
                  </a:cubicBezTo>
                  <a:cubicBezTo>
                    <a:pt x="1538192" y="725404"/>
                    <a:pt x="1529906" y="724451"/>
                    <a:pt x="1530287" y="721403"/>
                  </a:cubicBezTo>
                  <a:cubicBezTo>
                    <a:pt x="1529906" y="720451"/>
                    <a:pt x="1534859" y="710545"/>
                    <a:pt x="1536764" y="699782"/>
                  </a:cubicBezTo>
                  <a:cubicBezTo>
                    <a:pt x="1537526" y="694448"/>
                    <a:pt x="1517428" y="697305"/>
                    <a:pt x="1518666" y="690447"/>
                  </a:cubicBezTo>
                  <a:cubicBezTo>
                    <a:pt x="1519809" y="684828"/>
                    <a:pt x="1522000" y="684828"/>
                    <a:pt x="1523333" y="678255"/>
                  </a:cubicBezTo>
                  <a:cubicBezTo>
                    <a:pt x="1524476" y="672445"/>
                    <a:pt x="1499426" y="678541"/>
                    <a:pt x="1500759" y="672159"/>
                  </a:cubicBezTo>
                  <a:cubicBezTo>
                    <a:pt x="1501997" y="666254"/>
                    <a:pt x="1478375" y="666254"/>
                    <a:pt x="1479709" y="659967"/>
                  </a:cubicBezTo>
                  <a:cubicBezTo>
                    <a:pt x="1480661" y="655490"/>
                    <a:pt x="1462469" y="651871"/>
                    <a:pt x="1474184" y="640346"/>
                  </a:cubicBezTo>
                  <a:cubicBezTo>
                    <a:pt x="1481519" y="632821"/>
                    <a:pt x="1465612" y="625868"/>
                    <a:pt x="1466755" y="621010"/>
                  </a:cubicBezTo>
                  <a:cubicBezTo>
                    <a:pt x="1468469" y="613485"/>
                    <a:pt x="1459230" y="611961"/>
                    <a:pt x="1460754" y="604817"/>
                  </a:cubicBezTo>
                  <a:cubicBezTo>
                    <a:pt x="1462088" y="599198"/>
                    <a:pt x="1451705" y="593768"/>
                    <a:pt x="1452848" y="588720"/>
                  </a:cubicBezTo>
                  <a:cubicBezTo>
                    <a:pt x="1453801" y="584625"/>
                    <a:pt x="1454563" y="580814"/>
                    <a:pt x="1455325" y="577100"/>
                  </a:cubicBezTo>
                  <a:cubicBezTo>
                    <a:pt x="1459611" y="557478"/>
                    <a:pt x="1446371" y="565860"/>
                    <a:pt x="1444085" y="567003"/>
                  </a:cubicBezTo>
                  <a:cubicBezTo>
                    <a:pt x="1437132" y="568718"/>
                    <a:pt x="1442561" y="587387"/>
                    <a:pt x="1435513" y="587387"/>
                  </a:cubicBezTo>
                  <a:cubicBezTo>
                    <a:pt x="1428655" y="587006"/>
                    <a:pt x="1424750" y="612628"/>
                    <a:pt x="1418273" y="610913"/>
                  </a:cubicBezTo>
                  <a:cubicBezTo>
                    <a:pt x="1410081" y="612438"/>
                    <a:pt x="1399413" y="615390"/>
                    <a:pt x="1397127" y="609389"/>
                  </a:cubicBezTo>
                  <a:cubicBezTo>
                    <a:pt x="1395127" y="603960"/>
                    <a:pt x="1381792" y="605770"/>
                    <a:pt x="1379792" y="600627"/>
                  </a:cubicBezTo>
                  <a:cubicBezTo>
                    <a:pt x="1377982" y="595674"/>
                    <a:pt x="1382268" y="586053"/>
                    <a:pt x="1380553" y="581481"/>
                  </a:cubicBezTo>
                  <a:cubicBezTo>
                    <a:pt x="1378172" y="575100"/>
                    <a:pt x="1391031" y="569861"/>
                    <a:pt x="1388840" y="564051"/>
                  </a:cubicBezTo>
                  <a:cubicBezTo>
                    <a:pt x="1386745" y="558526"/>
                    <a:pt x="1366076" y="558907"/>
                    <a:pt x="1364266" y="553954"/>
                  </a:cubicBezTo>
                  <a:cubicBezTo>
                    <a:pt x="1361218" y="546048"/>
                    <a:pt x="1358170" y="546334"/>
                    <a:pt x="1355979" y="541095"/>
                  </a:cubicBezTo>
                  <a:cubicBezTo>
                    <a:pt x="1345502" y="529665"/>
                    <a:pt x="1332071" y="521093"/>
                    <a:pt x="1330071" y="526046"/>
                  </a:cubicBezTo>
                  <a:cubicBezTo>
                    <a:pt x="1330071" y="526046"/>
                    <a:pt x="1325309" y="548239"/>
                    <a:pt x="1309021" y="536809"/>
                  </a:cubicBezTo>
                  <a:cubicBezTo>
                    <a:pt x="1301306" y="531665"/>
                    <a:pt x="1296734" y="526998"/>
                    <a:pt x="1287494" y="528808"/>
                  </a:cubicBezTo>
                  <a:cubicBezTo>
                    <a:pt x="1264634" y="533380"/>
                    <a:pt x="1281970" y="540143"/>
                    <a:pt x="1277493" y="546905"/>
                  </a:cubicBezTo>
                  <a:cubicBezTo>
                    <a:pt x="1274826" y="550906"/>
                    <a:pt x="1274350" y="557288"/>
                    <a:pt x="1271683" y="561193"/>
                  </a:cubicBezTo>
                  <a:cubicBezTo>
                    <a:pt x="1269016" y="565098"/>
                    <a:pt x="1260729" y="562717"/>
                    <a:pt x="1260539" y="567099"/>
                  </a:cubicBezTo>
                  <a:cubicBezTo>
                    <a:pt x="1265301" y="577195"/>
                    <a:pt x="1276731" y="567956"/>
                    <a:pt x="1275493" y="575766"/>
                  </a:cubicBezTo>
                  <a:cubicBezTo>
                    <a:pt x="1273493" y="589387"/>
                    <a:pt x="1254347" y="587863"/>
                    <a:pt x="1254633" y="594721"/>
                  </a:cubicBezTo>
                  <a:cubicBezTo>
                    <a:pt x="1254633" y="594721"/>
                    <a:pt x="1261015" y="605675"/>
                    <a:pt x="1254062" y="611009"/>
                  </a:cubicBezTo>
                  <a:cubicBezTo>
                    <a:pt x="1252728" y="614628"/>
                    <a:pt x="1268444" y="617200"/>
                    <a:pt x="1266825" y="621296"/>
                  </a:cubicBezTo>
                  <a:cubicBezTo>
                    <a:pt x="1264920" y="626249"/>
                    <a:pt x="1276160" y="632726"/>
                    <a:pt x="1274159" y="637774"/>
                  </a:cubicBezTo>
                  <a:cubicBezTo>
                    <a:pt x="1271969" y="643013"/>
                    <a:pt x="1268063" y="648251"/>
                    <a:pt x="1266063" y="652728"/>
                  </a:cubicBezTo>
                  <a:cubicBezTo>
                    <a:pt x="1264349" y="656919"/>
                    <a:pt x="1257586" y="661777"/>
                    <a:pt x="1250156" y="665682"/>
                  </a:cubicBezTo>
                  <a:cubicBezTo>
                    <a:pt x="1237583" y="672445"/>
                    <a:pt x="1231868" y="673683"/>
                    <a:pt x="1221867" y="677017"/>
                  </a:cubicBezTo>
                  <a:cubicBezTo>
                    <a:pt x="1219010" y="678160"/>
                    <a:pt x="1219010" y="686828"/>
                    <a:pt x="1219772" y="697019"/>
                  </a:cubicBezTo>
                  <a:cubicBezTo>
                    <a:pt x="1219962" y="701496"/>
                    <a:pt x="1220438" y="706163"/>
                    <a:pt x="1220724" y="710831"/>
                  </a:cubicBezTo>
                  <a:cubicBezTo>
                    <a:pt x="1221486" y="721784"/>
                    <a:pt x="1220153" y="726357"/>
                    <a:pt x="1218438" y="732643"/>
                  </a:cubicBezTo>
                  <a:cubicBezTo>
                    <a:pt x="1218438" y="732643"/>
                    <a:pt x="1214342" y="743311"/>
                    <a:pt x="1193483" y="735786"/>
                  </a:cubicBezTo>
                  <a:cubicBezTo>
                    <a:pt x="1191387" y="734262"/>
                    <a:pt x="1184434" y="732643"/>
                    <a:pt x="1184529" y="724832"/>
                  </a:cubicBezTo>
                  <a:cubicBezTo>
                    <a:pt x="1184529" y="721118"/>
                    <a:pt x="1182243" y="715117"/>
                    <a:pt x="1182434" y="710831"/>
                  </a:cubicBezTo>
                  <a:cubicBezTo>
                    <a:pt x="1182815" y="705592"/>
                    <a:pt x="1185291" y="697401"/>
                    <a:pt x="1185672" y="692447"/>
                  </a:cubicBezTo>
                  <a:cubicBezTo>
                    <a:pt x="1186434" y="683875"/>
                    <a:pt x="1202817" y="674159"/>
                    <a:pt x="1193387" y="672540"/>
                  </a:cubicBezTo>
                  <a:lnTo>
                    <a:pt x="1180338" y="669683"/>
                  </a:lnTo>
                  <a:cubicBezTo>
                    <a:pt x="1180338" y="669683"/>
                    <a:pt x="1129951" y="667016"/>
                    <a:pt x="1129665" y="660443"/>
                  </a:cubicBezTo>
                  <a:cubicBezTo>
                    <a:pt x="1129665" y="660443"/>
                    <a:pt x="1123379" y="650442"/>
                    <a:pt x="1119950" y="646823"/>
                  </a:cubicBezTo>
                  <a:cubicBezTo>
                    <a:pt x="1119950" y="646823"/>
                    <a:pt x="1114139" y="641774"/>
                    <a:pt x="1095566" y="636440"/>
                  </a:cubicBezTo>
                  <a:cubicBezTo>
                    <a:pt x="1083278" y="629963"/>
                    <a:pt x="1066133" y="638536"/>
                    <a:pt x="1067562" y="631964"/>
                  </a:cubicBezTo>
                  <a:cubicBezTo>
                    <a:pt x="1066991" y="621486"/>
                    <a:pt x="1080992" y="606056"/>
                    <a:pt x="1068229" y="605294"/>
                  </a:cubicBezTo>
                  <a:cubicBezTo>
                    <a:pt x="1061561" y="606151"/>
                    <a:pt x="1052608" y="606818"/>
                    <a:pt x="1048703" y="606532"/>
                  </a:cubicBezTo>
                  <a:lnTo>
                    <a:pt x="1046702" y="605294"/>
                  </a:lnTo>
                  <a:lnTo>
                    <a:pt x="1046036" y="603484"/>
                  </a:lnTo>
                  <a:cubicBezTo>
                    <a:pt x="1047179" y="597769"/>
                    <a:pt x="1052132" y="580053"/>
                    <a:pt x="1055275" y="578909"/>
                  </a:cubicBezTo>
                  <a:cubicBezTo>
                    <a:pt x="1058228" y="578243"/>
                    <a:pt x="1068324" y="566813"/>
                    <a:pt x="1076135" y="557859"/>
                  </a:cubicBezTo>
                  <a:cubicBezTo>
                    <a:pt x="1079754" y="553859"/>
                    <a:pt x="1082707" y="550334"/>
                    <a:pt x="1084517" y="548525"/>
                  </a:cubicBezTo>
                  <a:cubicBezTo>
                    <a:pt x="1088517" y="545286"/>
                    <a:pt x="1096423" y="541476"/>
                    <a:pt x="1105472" y="535190"/>
                  </a:cubicBezTo>
                  <a:cubicBezTo>
                    <a:pt x="1114520" y="528808"/>
                    <a:pt x="1123760" y="522521"/>
                    <a:pt x="1127474" y="521474"/>
                  </a:cubicBezTo>
                  <a:cubicBezTo>
                    <a:pt x="1132142" y="520331"/>
                    <a:pt x="1121664" y="516140"/>
                    <a:pt x="1125665" y="513568"/>
                  </a:cubicBezTo>
                  <a:cubicBezTo>
                    <a:pt x="1131094" y="510139"/>
                    <a:pt x="1148715" y="507091"/>
                    <a:pt x="1156145" y="504805"/>
                  </a:cubicBezTo>
                  <a:cubicBezTo>
                    <a:pt x="1180624" y="497375"/>
                    <a:pt x="1180624" y="468800"/>
                    <a:pt x="1191387" y="473372"/>
                  </a:cubicBezTo>
                  <a:cubicBezTo>
                    <a:pt x="1194530" y="475277"/>
                    <a:pt x="1193292" y="480802"/>
                    <a:pt x="1190244" y="486803"/>
                  </a:cubicBezTo>
                  <a:cubicBezTo>
                    <a:pt x="1188149" y="491089"/>
                    <a:pt x="1185101" y="495470"/>
                    <a:pt x="1181862" y="499090"/>
                  </a:cubicBezTo>
                  <a:cubicBezTo>
                    <a:pt x="1169956" y="507281"/>
                    <a:pt x="1167194" y="513187"/>
                    <a:pt x="1167194" y="513187"/>
                  </a:cubicBezTo>
                  <a:cubicBezTo>
                    <a:pt x="1162526" y="517759"/>
                    <a:pt x="1181767" y="514139"/>
                    <a:pt x="1185958" y="517187"/>
                  </a:cubicBezTo>
                  <a:cubicBezTo>
                    <a:pt x="1189863" y="518521"/>
                    <a:pt x="1189768" y="524236"/>
                    <a:pt x="1189768" y="524236"/>
                  </a:cubicBezTo>
                  <a:cubicBezTo>
                    <a:pt x="1189482" y="527475"/>
                    <a:pt x="1197674" y="524807"/>
                    <a:pt x="1203960" y="521378"/>
                  </a:cubicBezTo>
                  <a:cubicBezTo>
                    <a:pt x="1207961" y="519092"/>
                    <a:pt x="1215866" y="506996"/>
                    <a:pt x="1220248" y="504424"/>
                  </a:cubicBezTo>
                  <a:cubicBezTo>
                    <a:pt x="1230535" y="498899"/>
                    <a:pt x="1232059" y="510139"/>
                    <a:pt x="1235488" y="511568"/>
                  </a:cubicBezTo>
                  <a:cubicBezTo>
                    <a:pt x="1247394" y="516521"/>
                    <a:pt x="1260920" y="513758"/>
                    <a:pt x="1262444" y="509853"/>
                  </a:cubicBezTo>
                  <a:cubicBezTo>
                    <a:pt x="1268254" y="496613"/>
                    <a:pt x="1233488" y="488803"/>
                    <a:pt x="1230725" y="482040"/>
                  </a:cubicBezTo>
                  <a:cubicBezTo>
                    <a:pt x="1228249" y="476230"/>
                    <a:pt x="1223772" y="472610"/>
                    <a:pt x="1223010" y="469658"/>
                  </a:cubicBezTo>
                  <a:cubicBezTo>
                    <a:pt x="1221677" y="463752"/>
                    <a:pt x="1240155" y="469658"/>
                    <a:pt x="1240155" y="469658"/>
                  </a:cubicBezTo>
                  <a:cubicBezTo>
                    <a:pt x="1245203" y="471753"/>
                    <a:pt x="1237202" y="462990"/>
                    <a:pt x="1240155" y="455751"/>
                  </a:cubicBezTo>
                  <a:cubicBezTo>
                    <a:pt x="1241298" y="453370"/>
                    <a:pt x="1247870" y="447369"/>
                    <a:pt x="1252538" y="446226"/>
                  </a:cubicBezTo>
                  <a:cubicBezTo>
                    <a:pt x="1257110" y="445083"/>
                    <a:pt x="1260253" y="448988"/>
                    <a:pt x="1261967" y="446226"/>
                  </a:cubicBezTo>
                  <a:cubicBezTo>
                    <a:pt x="1264253" y="442511"/>
                    <a:pt x="1271873" y="436130"/>
                    <a:pt x="1268254" y="427271"/>
                  </a:cubicBezTo>
                  <a:cubicBezTo>
                    <a:pt x="1262348" y="415270"/>
                    <a:pt x="1272064" y="414032"/>
                    <a:pt x="1274445" y="410793"/>
                  </a:cubicBezTo>
                  <a:cubicBezTo>
                    <a:pt x="1279303" y="403840"/>
                    <a:pt x="1283970" y="397172"/>
                    <a:pt x="1287494" y="391553"/>
                  </a:cubicBezTo>
                  <a:cubicBezTo>
                    <a:pt x="1293019" y="382599"/>
                    <a:pt x="1291971" y="382504"/>
                    <a:pt x="1288066" y="380504"/>
                  </a:cubicBezTo>
                  <a:cubicBezTo>
                    <a:pt x="1285685" y="379265"/>
                    <a:pt x="1281017" y="376217"/>
                    <a:pt x="1266635" y="371264"/>
                  </a:cubicBezTo>
                  <a:cubicBezTo>
                    <a:pt x="1258062" y="368216"/>
                    <a:pt x="1254919" y="367645"/>
                    <a:pt x="1249013" y="370026"/>
                  </a:cubicBezTo>
                  <a:cubicBezTo>
                    <a:pt x="1244537" y="370979"/>
                    <a:pt x="1239012" y="374217"/>
                    <a:pt x="1236440" y="376122"/>
                  </a:cubicBezTo>
                  <a:lnTo>
                    <a:pt x="1235297" y="377932"/>
                  </a:lnTo>
                  <a:lnTo>
                    <a:pt x="1234726" y="379742"/>
                  </a:lnTo>
                  <a:cubicBezTo>
                    <a:pt x="1236345" y="381551"/>
                    <a:pt x="1240441" y="385742"/>
                    <a:pt x="1226344" y="393267"/>
                  </a:cubicBezTo>
                  <a:cubicBezTo>
                    <a:pt x="1218438" y="399173"/>
                    <a:pt x="1213009" y="401078"/>
                    <a:pt x="1206532" y="408698"/>
                  </a:cubicBezTo>
                  <a:cubicBezTo>
                    <a:pt x="1204627" y="412984"/>
                    <a:pt x="1213771" y="421461"/>
                    <a:pt x="1211675" y="426033"/>
                  </a:cubicBezTo>
                  <a:cubicBezTo>
                    <a:pt x="1205484" y="434606"/>
                    <a:pt x="1198055" y="427271"/>
                    <a:pt x="1195292" y="424700"/>
                  </a:cubicBezTo>
                  <a:cubicBezTo>
                    <a:pt x="1190911" y="420604"/>
                    <a:pt x="1193197" y="412793"/>
                    <a:pt x="1196435" y="408507"/>
                  </a:cubicBezTo>
                  <a:cubicBezTo>
                    <a:pt x="1200912" y="402697"/>
                    <a:pt x="1200341" y="397744"/>
                    <a:pt x="1201293" y="392410"/>
                  </a:cubicBezTo>
                  <a:cubicBezTo>
                    <a:pt x="1203770" y="384123"/>
                    <a:pt x="1203389" y="382409"/>
                    <a:pt x="1199102" y="381837"/>
                  </a:cubicBezTo>
                  <a:cubicBezTo>
                    <a:pt x="1199579" y="382409"/>
                    <a:pt x="1192911" y="374503"/>
                    <a:pt x="1181481" y="382218"/>
                  </a:cubicBezTo>
                  <a:cubicBezTo>
                    <a:pt x="1174814" y="389838"/>
                    <a:pt x="1165860" y="406126"/>
                    <a:pt x="1165860" y="406126"/>
                  </a:cubicBezTo>
                  <a:cubicBezTo>
                    <a:pt x="1154049" y="415079"/>
                    <a:pt x="1173575" y="378027"/>
                    <a:pt x="1168146" y="374027"/>
                  </a:cubicBezTo>
                  <a:cubicBezTo>
                    <a:pt x="1162241" y="369455"/>
                    <a:pt x="1169956" y="368216"/>
                    <a:pt x="1163288" y="366121"/>
                  </a:cubicBezTo>
                  <a:cubicBezTo>
                    <a:pt x="1159383" y="363168"/>
                    <a:pt x="1179386" y="343928"/>
                    <a:pt x="1158716" y="351738"/>
                  </a:cubicBezTo>
                  <a:cubicBezTo>
                    <a:pt x="1152049" y="353167"/>
                    <a:pt x="1159097" y="341356"/>
                    <a:pt x="1159669" y="337355"/>
                  </a:cubicBezTo>
                  <a:cubicBezTo>
                    <a:pt x="1159288" y="334688"/>
                    <a:pt x="1170146" y="321925"/>
                    <a:pt x="1162050" y="323735"/>
                  </a:cubicBezTo>
                  <a:lnTo>
                    <a:pt x="1152716" y="327640"/>
                  </a:lnTo>
                  <a:cubicBezTo>
                    <a:pt x="1146239" y="330212"/>
                    <a:pt x="1153382" y="321353"/>
                    <a:pt x="1153382" y="321353"/>
                  </a:cubicBezTo>
                  <a:cubicBezTo>
                    <a:pt x="1154240" y="318972"/>
                    <a:pt x="1147953" y="316686"/>
                    <a:pt x="1147953" y="316686"/>
                  </a:cubicBezTo>
                  <a:cubicBezTo>
                    <a:pt x="1145191" y="315448"/>
                    <a:pt x="1142143" y="320210"/>
                    <a:pt x="1137571" y="320591"/>
                  </a:cubicBezTo>
                  <a:cubicBezTo>
                    <a:pt x="1123379" y="316686"/>
                    <a:pt x="1120712" y="320496"/>
                    <a:pt x="1114806" y="327830"/>
                  </a:cubicBezTo>
                  <a:cubicBezTo>
                    <a:pt x="1109758" y="334117"/>
                    <a:pt x="1105662" y="342499"/>
                    <a:pt x="1102328" y="348976"/>
                  </a:cubicBezTo>
                  <a:cubicBezTo>
                    <a:pt x="1097375" y="353643"/>
                    <a:pt x="1095661" y="355262"/>
                    <a:pt x="1094137" y="358215"/>
                  </a:cubicBezTo>
                  <a:cubicBezTo>
                    <a:pt x="1088993" y="362882"/>
                    <a:pt x="1095089" y="371074"/>
                    <a:pt x="1119759" y="370026"/>
                  </a:cubicBezTo>
                  <a:cubicBezTo>
                    <a:pt x="1131665" y="370026"/>
                    <a:pt x="1126427" y="386219"/>
                    <a:pt x="1124331" y="389838"/>
                  </a:cubicBezTo>
                  <a:cubicBezTo>
                    <a:pt x="1122712" y="392315"/>
                    <a:pt x="1123664" y="400601"/>
                    <a:pt x="1118711" y="407174"/>
                  </a:cubicBezTo>
                  <a:cubicBezTo>
                    <a:pt x="1116330" y="410698"/>
                    <a:pt x="1106996" y="410412"/>
                    <a:pt x="1104138" y="414222"/>
                  </a:cubicBezTo>
                  <a:cubicBezTo>
                    <a:pt x="1096613" y="424509"/>
                    <a:pt x="1096899" y="432701"/>
                    <a:pt x="1094423" y="430224"/>
                  </a:cubicBezTo>
                  <a:cubicBezTo>
                    <a:pt x="1094423" y="430224"/>
                    <a:pt x="1093375" y="422128"/>
                    <a:pt x="1091660" y="415460"/>
                  </a:cubicBezTo>
                  <a:cubicBezTo>
                    <a:pt x="1092708" y="398601"/>
                    <a:pt x="1075373" y="394029"/>
                    <a:pt x="1068038" y="397839"/>
                  </a:cubicBezTo>
                  <a:cubicBezTo>
                    <a:pt x="1057561" y="407078"/>
                    <a:pt x="1050131" y="420890"/>
                    <a:pt x="1047750" y="419366"/>
                  </a:cubicBezTo>
                  <a:cubicBezTo>
                    <a:pt x="1034606" y="410412"/>
                    <a:pt x="1020699" y="418889"/>
                    <a:pt x="1001173" y="413936"/>
                  </a:cubicBezTo>
                  <a:cubicBezTo>
                    <a:pt x="988504" y="410793"/>
                    <a:pt x="994791" y="392505"/>
                    <a:pt x="985361" y="389933"/>
                  </a:cubicBezTo>
                  <a:cubicBezTo>
                    <a:pt x="980123" y="388409"/>
                    <a:pt x="964787" y="389171"/>
                    <a:pt x="958025" y="388600"/>
                  </a:cubicBezTo>
                  <a:cubicBezTo>
                    <a:pt x="954786" y="388314"/>
                    <a:pt x="954405" y="404697"/>
                    <a:pt x="950309" y="404697"/>
                  </a:cubicBezTo>
                  <a:cubicBezTo>
                    <a:pt x="944975" y="404697"/>
                    <a:pt x="938784" y="418794"/>
                    <a:pt x="935641" y="419461"/>
                  </a:cubicBezTo>
                  <a:cubicBezTo>
                    <a:pt x="926973" y="421080"/>
                    <a:pt x="922687" y="412031"/>
                    <a:pt x="904113" y="414032"/>
                  </a:cubicBezTo>
                  <a:cubicBezTo>
                    <a:pt x="883349" y="416127"/>
                    <a:pt x="900589" y="408602"/>
                    <a:pt x="871442" y="411460"/>
                  </a:cubicBezTo>
                  <a:cubicBezTo>
                    <a:pt x="860393" y="412508"/>
                    <a:pt x="874967" y="387457"/>
                    <a:pt x="863441" y="388695"/>
                  </a:cubicBezTo>
                  <a:cubicBezTo>
                    <a:pt x="844677" y="390886"/>
                    <a:pt x="853726" y="384218"/>
                    <a:pt x="836295" y="387457"/>
                  </a:cubicBezTo>
                  <a:cubicBezTo>
                    <a:pt x="836295" y="387457"/>
                    <a:pt x="824484" y="387266"/>
                    <a:pt x="813435" y="384790"/>
                  </a:cubicBezTo>
                  <a:cubicBezTo>
                    <a:pt x="809625" y="383933"/>
                    <a:pt x="808863" y="372026"/>
                    <a:pt x="804672" y="374217"/>
                  </a:cubicBezTo>
                  <a:cubicBezTo>
                    <a:pt x="792290" y="372788"/>
                    <a:pt x="790861" y="368407"/>
                    <a:pt x="769239" y="376313"/>
                  </a:cubicBezTo>
                  <a:cubicBezTo>
                    <a:pt x="764477" y="378027"/>
                    <a:pt x="765905" y="351929"/>
                    <a:pt x="757714" y="359263"/>
                  </a:cubicBezTo>
                  <a:lnTo>
                    <a:pt x="757238" y="362025"/>
                  </a:lnTo>
                  <a:lnTo>
                    <a:pt x="756666" y="364311"/>
                  </a:lnTo>
                  <a:cubicBezTo>
                    <a:pt x="755618" y="368502"/>
                    <a:pt x="752285" y="377075"/>
                    <a:pt x="743998" y="378218"/>
                  </a:cubicBezTo>
                  <a:cubicBezTo>
                    <a:pt x="739616" y="378980"/>
                    <a:pt x="746951" y="348309"/>
                    <a:pt x="721804" y="348023"/>
                  </a:cubicBezTo>
                  <a:cubicBezTo>
                    <a:pt x="713994" y="347547"/>
                    <a:pt x="710089" y="357929"/>
                    <a:pt x="705707" y="359739"/>
                  </a:cubicBezTo>
                  <a:cubicBezTo>
                    <a:pt x="693229" y="361168"/>
                    <a:pt x="681419" y="372026"/>
                    <a:pt x="672941" y="371550"/>
                  </a:cubicBezTo>
                  <a:cubicBezTo>
                    <a:pt x="664559" y="371074"/>
                    <a:pt x="654177" y="378694"/>
                    <a:pt x="631793" y="372884"/>
                  </a:cubicBezTo>
                  <a:cubicBezTo>
                    <a:pt x="621125" y="368502"/>
                    <a:pt x="611219" y="399077"/>
                    <a:pt x="599027" y="398030"/>
                  </a:cubicBezTo>
                  <a:cubicBezTo>
                    <a:pt x="585978" y="396887"/>
                    <a:pt x="582454" y="382028"/>
                    <a:pt x="573881" y="376598"/>
                  </a:cubicBezTo>
                  <a:cubicBezTo>
                    <a:pt x="568357" y="372884"/>
                    <a:pt x="555117" y="371931"/>
                    <a:pt x="546259" y="362501"/>
                  </a:cubicBezTo>
                  <a:cubicBezTo>
                    <a:pt x="537877" y="356024"/>
                    <a:pt x="532733" y="367073"/>
                    <a:pt x="522161" y="365835"/>
                  </a:cubicBezTo>
                  <a:cubicBezTo>
                    <a:pt x="514064" y="364978"/>
                    <a:pt x="506159" y="364216"/>
                    <a:pt x="499777" y="363740"/>
                  </a:cubicBezTo>
                  <a:cubicBezTo>
                    <a:pt x="489871" y="362978"/>
                    <a:pt x="484918" y="355929"/>
                    <a:pt x="473583" y="353262"/>
                  </a:cubicBezTo>
                  <a:cubicBezTo>
                    <a:pt x="459772" y="349928"/>
                    <a:pt x="456343" y="346404"/>
                    <a:pt x="445865" y="345833"/>
                  </a:cubicBezTo>
                  <a:cubicBezTo>
                    <a:pt x="430816" y="345071"/>
                    <a:pt x="423958" y="336308"/>
                    <a:pt x="411575" y="336117"/>
                  </a:cubicBezTo>
                  <a:cubicBezTo>
                    <a:pt x="402431" y="335927"/>
                    <a:pt x="392906" y="328973"/>
                    <a:pt x="385001" y="332402"/>
                  </a:cubicBezTo>
                  <a:cubicBezTo>
                    <a:pt x="377000" y="335831"/>
                    <a:pt x="370332" y="349738"/>
                    <a:pt x="364617" y="350500"/>
                  </a:cubicBezTo>
                  <a:cubicBezTo>
                    <a:pt x="354997" y="352024"/>
                    <a:pt x="350806" y="341642"/>
                    <a:pt x="347091" y="345356"/>
                  </a:cubicBezTo>
                  <a:cubicBezTo>
                    <a:pt x="331946" y="360215"/>
                    <a:pt x="307753" y="363073"/>
                    <a:pt x="295751" y="366311"/>
                  </a:cubicBezTo>
                  <a:cubicBezTo>
                    <a:pt x="283178" y="374312"/>
                    <a:pt x="298323" y="372788"/>
                    <a:pt x="263938" y="382028"/>
                  </a:cubicBezTo>
                  <a:cubicBezTo>
                    <a:pt x="249650" y="389648"/>
                    <a:pt x="248222" y="369455"/>
                    <a:pt x="231362" y="403364"/>
                  </a:cubicBezTo>
                  <a:cubicBezTo>
                    <a:pt x="222599" y="421080"/>
                    <a:pt x="255270" y="411555"/>
                    <a:pt x="248126" y="427748"/>
                  </a:cubicBezTo>
                  <a:cubicBezTo>
                    <a:pt x="246698" y="430891"/>
                    <a:pt x="266605" y="450608"/>
                    <a:pt x="262509" y="453560"/>
                  </a:cubicBezTo>
                  <a:cubicBezTo>
                    <a:pt x="255556" y="458799"/>
                    <a:pt x="242792" y="465752"/>
                    <a:pt x="243269" y="443940"/>
                  </a:cubicBezTo>
                  <a:cubicBezTo>
                    <a:pt x="243269" y="436892"/>
                    <a:pt x="212884" y="456513"/>
                    <a:pt x="203835" y="457751"/>
                  </a:cubicBezTo>
                  <a:cubicBezTo>
                    <a:pt x="194977" y="458799"/>
                    <a:pt x="180975" y="468229"/>
                    <a:pt x="179451" y="471467"/>
                  </a:cubicBezTo>
                  <a:cubicBezTo>
                    <a:pt x="179070" y="475373"/>
                    <a:pt x="172117" y="479087"/>
                    <a:pt x="172783" y="482040"/>
                  </a:cubicBezTo>
                  <a:cubicBezTo>
                    <a:pt x="173831" y="486041"/>
                    <a:pt x="157544" y="502900"/>
                    <a:pt x="160115" y="505281"/>
                  </a:cubicBezTo>
                  <a:cubicBezTo>
                    <a:pt x="166592" y="511091"/>
                    <a:pt x="202787" y="498233"/>
                    <a:pt x="212884" y="497566"/>
                  </a:cubicBezTo>
                  <a:cubicBezTo>
                    <a:pt x="225933" y="495661"/>
                    <a:pt x="238316" y="490613"/>
                    <a:pt x="241078" y="490898"/>
                  </a:cubicBezTo>
                  <a:cubicBezTo>
                    <a:pt x="244031" y="493851"/>
                    <a:pt x="240602" y="499185"/>
                    <a:pt x="238125" y="502900"/>
                  </a:cubicBezTo>
                  <a:cubicBezTo>
                    <a:pt x="235553" y="506615"/>
                    <a:pt x="229172" y="509663"/>
                    <a:pt x="224314" y="513758"/>
                  </a:cubicBezTo>
                  <a:cubicBezTo>
                    <a:pt x="220408" y="516997"/>
                    <a:pt x="219551" y="520331"/>
                    <a:pt x="209360" y="521855"/>
                  </a:cubicBezTo>
                  <a:cubicBezTo>
                    <a:pt x="203549" y="522807"/>
                    <a:pt x="188309" y="520997"/>
                    <a:pt x="183642" y="523283"/>
                  </a:cubicBezTo>
                  <a:cubicBezTo>
                    <a:pt x="174689" y="527665"/>
                    <a:pt x="172403" y="539571"/>
                    <a:pt x="162687" y="544619"/>
                  </a:cubicBezTo>
                  <a:cubicBezTo>
                    <a:pt x="157353" y="546239"/>
                    <a:pt x="150781" y="546048"/>
                    <a:pt x="146399" y="553287"/>
                  </a:cubicBezTo>
                  <a:cubicBezTo>
                    <a:pt x="143351" y="558335"/>
                    <a:pt x="158401" y="561479"/>
                    <a:pt x="159734" y="567765"/>
                  </a:cubicBezTo>
                  <a:cubicBezTo>
                    <a:pt x="160496" y="570908"/>
                    <a:pt x="152686" y="578147"/>
                    <a:pt x="143066" y="580814"/>
                  </a:cubicBezTo>
                  <a:cubicBezTo>
                    <a:pt x="133826" y="583386"/>
                    <a:pt x="134493" y="572813"/>
                    <a:pt x="127159" y="586053"/>
                  </a:cubicBezTo>
                  <a:cubicBezTo>
                    <a:pt x="127254" y="595578"/>
                    <a:pt x="141065" y="595388"/>
                    <a:pt x="150686" y="588149"/>
                  </a:cubicBezTo>
                  <a:cubicBezTo>
                    <a:pt x="150686" y="588149"/>
                    <a:pt x="160115" y="580433"/>
                    <a:pt x="170974" y="593864"/>
                  </a:cubicBezTo>
                  <a:cubicBezTo>
                    <a:pt x="178880" y="598626"/>
                    <a:pt x="188024" y="589578"/>
                    <a:pt x="189548" y="595388"/>
                  </a:cubicBezTo>
                  <a:cubicBezTo>
                    <a:pt x="191262" y="601388"/>
                    <a:pt x="164497" y="619867"/>
                    <a:pt x="174117" y="617486"/>
                  </a:cubicBezTo>
                  <a:cubicBezTo>
                    <a:pt x="174117" y="617486"/>
                    <a:pt x="187262" y="615009"/>
                    <a:pt x="195929" y="620534"/>
                  </a:cubicBezTo>
                  <a:cubicBezTo>
                    <a:pt x="204121" y="623963"/>
                    <a:pt x="215837" y="598817"/>
                    <a:pt x="242126" y="616152"/>
                  </a:cubicBezTo>
                  <a:cubicBezTo>
                    <a:pt x="247555" y="617581"/>
                    <a:pt x="227457" y="629201"/>
                    <a:pt x="222504" y="633869"/>
                  </a:cubicBezTo>
                  <a:cubicBezTo>
                    <a:pt x="217837" y="638155"/>
                    <a:pt x="202216" y="639869"/>
                    <a:pt x="192595" y="644251"/>
                  </a:cubicBezTo>
                  <a:cubicBezTo>
                    <a:pt x="185452" y="647680"/>
                    <a:pt x="187071" y="649490"/>
                    <a:pt x="178784" y="653300"/>
                  </a:cubicBezTo>
                  <a:cubicBezTo>
                    <a:pt x="172783" y="656443"/>
                    <a:pt x="158687" y="658538"/>
                    <a:pt x="148304" y="663492"/>
                  </a:cubicBezTo>
                  <a:cubicBezTo>
                    <a:pt x="140018" y="667492"/>
                    <a:pt x="128588" y="672445"/>
                    <a:pt x="121444" y="676160"/>
                  </a:cubicBezTo>
                  <a:cubicBezTo>
                    <a:pt x="111919" y="680732"/>
                    <a:pt x="101822" y="685494"/>
                    <a:pt x="91345" y="690352"/>
                  </a:cubicBezTo>
                  <a:cubicBezTo>
                    <a:pt x="83248" y="693971"/>
                    <a:pt x="70961" y="691305"/>
                    <a:pt x="62389" y="694829"/>
                  </a:cubicBezTo>
                  <a:cubicBezTo>
                    <a:pt x="55340" y="697972"/>
                    <a:pt x="52102" y="707307"/>
                    <a:pt x="45149" y="710069"/>
                  </a:cubicBezTo>
                  <a:cubicBezTo>
                    <a:pt x="38672" y="712831"/>
                    <a:pt x="28289" y="708830"/>
                    <a:pt x="21908" y="711117"/>
                  </a:cubicBezTo>
                  <a:cubicBezTo>
                    <a:pt x="13049" y="714545"/>
                    <a:pt x="2858" y="724166"/>
                    <a:pt x="0" y="726833"/>
                  </a:cubicBezTo>
                  <a:cubicBezTo>
                    <a:pt x="572" y="734357"/>
                    <a:pt x="27242" y="718451"/>
                    <a:pt x="44863" y="714450"/>
                  </a:cubicBezTo>
                  <a:cubicBezTo>
                    <a:pt x="57055" y="711593"/>
                    <a:pt x="65913" y="708926"/>
                    <a:pt x="77819" y="705116"/>
                  </a:cubicBezTo>
                  <a:cubicBezTo>
                    <a:pt x="112776" y="695972"/>
                    <a:pt x="98489" y="692638"/>
                    <a:pt x="117824" y="690733"/>
                  </a:cubicBezTo>
                  <a:cubicBezTo>
                    <a:pt x="145733" y="698258"/>
                    <a:pt x="142208" y="677493"/>
                    <a:pt x="153448" y="679017"/>
                  </a:cubicBezTo>
                  <a:cubicBezTo>
                    <a:pt x="160020" y="679874"/>
                    <a:pt x="163640" y="675779"/>
                    <a:pt x="176403" y="681780"/>
                  </a:cubicBezTo>
                  <a:cubicBezTo>
                    <a:pt x="183928" y="682732"/>
                    <a:pt x="196596" y="678255"/>
                    <a:pt x="178975" y="669683"/>
                  </a:cubicBezTo>
                  <a:cubicBezTo>
                    <a:pt x="173545" y="665015"/>
                    <a:pt x="211360" y="659015"/>
                    <a:pt x="219266" y="655395"/>
                  </a:cubicBezTo>
                  <a:cubicBezTo>
                    <a:pt x="228029" y="649490"/>
                    <a:pt x="244888" y="632916"/>
                    <a:pt x="250698" y="632345"/>
                  </a:cubicBezTo>
                  <a:cubicBezTo>
                    <a:pt x="260033" y="631202"/>
                    <a:pt x="278225" y="621010"/>
                    <a:pt x="290798" y="611294"/>
                  </a:cubicBezTo>
                  <a:cubicBezTo>
                    <a:pt x="297466" y="605960"/>
                    <a:pt x="292608" y="602722"/>
                    <a:pt x="299180" y="597674"/>
                  </a:cubicBezTo>
                  <a:cubicBezTo>
                    <a:pt x="310896" y="588720"/>
                    <a:pt x="320993" y="581767"/>
                    <a:pt x="324517" y="582148"/>
                  </a:cubicBezTo>
                  <a:cubicBezTo>
                    <a:pt x="328994" y="582719"/>
                    <a:pt x="328517" y="585386"/>
                    <a:pt x="312611" y="598340"/>
                  </a:cubicBezTo>
                  <a:cubicBezTo>
                    <a:pt x="305086" y="604436"/>
                    <a:pt x="294132" y="619391"/>
                    <a:pt x="278606" y="627582"/>
                  </a:cubicBezTo>
                  <a:cubicBezTo>
                    <a:pt x="255842" y="640155"/>
                    <a:pt x="253841" y="641203"/>
                    <a:pt x="252032" y="656348"/>
                  </a:cubicBezTo>
                  <a:cubicBezTo>
                    <a:pt x="253079" y="661301"/>
                    <a:pt x="271463" y="652252"/>
                    <a:pt x="277940" y="644251"/>
                  </a:cubicBezTo>
                  <a:cubicBezTo>
                    <a:pt x="278797" y="641489"/>
                    <a:pt x="298228" y="651204"/>
                    <a:pt x="309182" y="627773"/>
                  </a:cubicBezTo>
                  <a:cubicBezTo>
                    <a:pt x="309182" y="627773"/>
                    <a:pt x="312134" y="622534"/>
                    <a:pt x="308896" y="617390"/>
                  </a:cubicBezTo>
                  <a:cubicBezTo>
                    <a:pt x="303467" y="609770"/>
                    <a:pt x="320421" y="600055"/>
                    <a:pt x="326517" y="603293"/>
                  </a:cubicBezTo>
                  <a:cubicBezTo>
                    <a:pt x="332899" y="603103"/>
                    <a:pt x="331089" y="593959"/>
                    <a:pt x="333565" y="596531"/>
                  </a:cubicBezTo>
                  <a:cubicBezTo>
                    <a:pt x="338519" y="600055"/>
                    <a:pt x="343281" y="594245"/>
                    <a:pt x="354425" y="589958"/>
                  </a:cubicBezTo>
                  <a:cubicBezTo>
                    <a:pt x="367856" y="584815"/>
                    <a:pt x="376142" y="587196"/>
                    <a:pt x="383572" y="588054"/>
                  </a:cubicBezTo>
                  <a:cubicBezTo>
                    <a:pt x="396050" y="589482"/>
                    <a:pt x="372332" y="569194"/>
                    <a:pt x="384334" y="570528"/>
                  </a:cubicBezTo>
                  <a:cubicBezTo>
                    <a:pt x="399479" y="563384"/>
                    <a:pt x="388906" y="577576"/>
                    <a:pt x="403479" y="579290"/>
                  </a:cubicBezTo>
                  <a:cubicBezTo>
                    <a:pt x="415766" y="580814"/>
                    <a:pt x="412433" y="588149"/>
                    <a:pt x="423863" y="589482"/>
                  </a:cubicBezTo>
                  <a:cubicBezTo>
                    <a:pt x="440246" y="591387"/>
                    <a:pt x="436531" y="589196"/>
                    <a:pt x="450342" y="590911"/>
                  </a:cubicBezTo>
                  <a:cubicBezTo>
                    <a:pt x="455486" y="592340"/>
                    <a:pt x="433102" y="613580"/>
                    <a:pt x="467773" y="599769"/>
                  </a:cubicBezTo>
                  <a:cubicBezTo>
                    <a:pt x="465963" y="601960"/>
                    <a:pt x="482060" y="596150"/>
                    <a:pt x="483870" y="602627"/>
                  </a:cubicBezTo>
                  <a:cubicBezTo>
                    <a:pt x="484727" y="605580"/>
                    <a:pt x="489585" y="611294"/>
                    <a:pt x="494824" y="613009"/>
                  </a:cubicBezTo>
                  <a:cubicBezTo>
                    <a:pt x="503492" y="616152"/>
                    <a:pt x="495776" y="627773"/>
                    <a:pt x="497872" y="632249"/>
                  </a:cubicBezTo>
                  <a:cubicBezTo>
                    <a:pt x="499777" y="636250"/>
                    <a:pt x="496157" y="644346"/>
                    <a:pt x="498348" y="648632"/>
                  </a:cubicBezTo>
                  <a:cubicBezTo>
                    <a:pt x="500634" y="653205"/>
                    <a:pt x="511302" y="657395"/>
                    <a:pt x="514064" y="662158"/>
                  </a:cubicBezTo>
                  <a:cubicBezTo>
                    <a:pt x="516064" y="666063"/>
                    <a:pt x="512255" y="679493"/>
                    <a:pt x="514445" y="683589"/>
                  </a:cubicBezTo>
                  <a:cubicBezTo>
                    <a:pt x="517493" y="688733"/>
                    <a:pt x="510540" y="697210"/>
                    <a:pt x="513493" y="702639"/>
                  </a:cubicBezTo>
                  <a:cubicBezTo>
                    <a:pt x="516064" y="707021"/>
                    <a:pt x="507778" y="706830"/>
                    <a:pt x="510445" y="711212"/>
                  </a:cubicBezTo>
                  <a:cubicBezTo>
                    <a:pt x="513493" y="716641"/>
                    <a:pt x="513779" y="723023"/>
                    <a:pt x="516922" y="728357"/>
                  </a:cubicBezTo>
                  <a:cubicBezTo>
                    <a:pt x="520256" y="733976"/>
                    <a:pt x="529685" y="729881"/>
                    <a:pt x="533019" y="735310"/>
                  </a:cubicBezTo>
                  <a:cubicBezTo>
                    <a:pt x="537782" y="743406"/>
                    <a:pt x="538067" y="718355"/>
                    <a:pt x="541401" y="710640"/>
                  </a:cubicBezTo>
                  <a:cubicBezTo>
                    <a:pt x="538258" y="699686"/>
                    <a:pt x="537782" y="674445"/>
                    <a:pt x="541782" y="680446"/>
                  </a:cubicBezTo>
                  <a:cubicBezTo>
                    <a:pt x="542354" y="697305"/>
                    <a:pt x="548640" y="704640"/>
                    <a:pt x="548640" y="704640"/>
                  </a:cubicBezTo>
                  <a:lnTo>
                    <a:pt x="556355" y="725118"/>
                  </a:lnTo>
                  <a:cubicBezTo>
                    <a:pt x="555879" y="730738"/>
                    <a:pt x="568928" y="727880"/>
                    <a:pt x="565023" y="737596"/>
                  </a:cubicBezTo>
                  <a:cubicBezTo>
                    <a:pt x="561213" y="746930"/>
                    <a:pt x="564261" y="750740"/>
                    <a:pt x="551688" y="754932"/>
                  </a:cubicBezTo>
                  <a:cubicBezTo>
                    <a:pt x="540544" y="758456"/>
                    <a:pt x="559118" y="765980"/>
                    <a:pt x="559118" y="765980"/>
                  </a:cubicBezTo>
                  <a:lnTo>
                    <a:pt x="571405" y="775505"/>
                  </a:lnTo>
                  <a:cubicBezTo>
                    <a:pt x="574834" y="781887"/>
                    <a:pt x="583216" y="779887"/>
                    <a:pt x="583692" y="785126"/>
                  </a:cubicBezTo>
                  <a:cubicBezTo>
                    <a:pt x="584168" y="789888"/>
                    <a:pt x="586454" y="797889"/>
                    <a:pt x="586454" y="797889"/>
                  </a:cubicBezTo>
                  <a:cubicBezTo>
                    <a:pt x="589026" y="802652"/>
                    <a:pt x="582359" y="812558"/>
                    <a:pt x="582359" y="812558"/>
                  </a:cubicBezTo>
                  <a:lnTo>
                    <a:pt x="580454" y="822273"/>
                  </a:lnTo>
                  <a:lnTo>
                    <a:pt x="570929" y="840276"/>
                  </a:lnTo>
                  <a:cubicBezTo>
                    <a:pt x="567690" y="843990"/>
                    <a:pt x="562547" y="851801"/>
                    <a:pt x="559308" y="858468"/>
                  </a:cubicBezTo>
                  <a:cubicBezTo>
                    <a:pt x="557975" y="861707"/>
                    <a:pt x="547592" y="886662"/>
                    <a:pt x="547592" y="886662"/>
                  </a:cubicBezTo>
                  <a:cubicBezTo>
                    <a:pt x="547592" y="886662"/>
                    <a:pt x="545497" y="896759"/>
                    <a:pt x="542735" y="913618"/>
                  </a:cubicBezTo>
                  <a:cubicBezTo>
                    <a:pt x="539496" y="920952"/>
                    <a:pt x="534067" y="934668"/>
                    <a:pt x="543878" y="946670"/>
                  </a:cubicBezTo>
                  <a:cubicBezTo>
                    <a:pt x="547688" y="951337"/>
                    <a:pt x="545973" y="971244"/>
                    <a:pt x="564737" y="984103"/>
                  </a:cubicBezTo>
                  <a:lnTo>
                    <a:pt x="583121" y="1001724"/>
                  </a:lnTo>
                  <a:cubicBezTo>
                    <a:pt x="583121" y="1001724"/>
                    <a:pt x="594646" y="1005153"/>
                    <a:pt x="593884" y="1017536"/>
                  </a:cubicBezTo>
                  <a:cubicBezTo>
                    <a:pt x="593884" y="1017536"/>
                    <a:pt x="595503" y="1029632"/>
                    <a:pt x="592646" y="1037253"/>
                  </a:cubicBezTo>
                  <a:cubicBezTo>
                    <a:pt x="592646" y="1037253"/>
                    <a:pt x="582549" y="1061446"/>
                    <a:pt x="604647" y="1062208"/>
                  </a:cubicBezTo>
                  <a:cubicBezTo>
                    <a:pt x="611886" y="1062589"/>
                    <a:pt x="618839" y="1063065"/>
                    <a:pt x="615410" y="1073257"/>
                  </a:cubicBezTo>
                  <a:cubicBezTo>
                    <a:pt x="615410" y="1073257"/>
                    <a:pt x="611696" y="1076877"/>
                    <a:pt x="615791" y="1083639"/>
                  </a:cubicBezTo>
                  <a:cubicBezTo>
                    <a:pt x="620363" y="1091164"/>
                    <a:pt x="622459" y="1085735"/>
                    <a:pt x="627412" y="1095641"/>
                  </a:cubicBezTo>
                  <a:cubicBezTo>
                    <a:pt x="631603" y="1104118"/>
                    <a:pt x="639032" y="1109833"/>
                    <a:pt x="631412" y="1111547"/>
                  </a:cubicBezTo>
                  <a:cubicBezTo>
                    <a:pt x="631412" y="1111547"/>
                    <a:pt x="632841" y="1114310"/>
                    <a:pt x="638842" y="1122501"/>
                  </a:cubicBezTo>
                  <a:cubicBezTo>
                    <a:pt x="645224" y="1131074"/>
                    <a:pt x="646652" y="1137360"/>
                    <a:pt x="646652" y="1137360"/>
                  </a:cubicBezTo>
                  <a:cubicBezTo>
                    <a:pt x="655892" y="1147362"/>
                    <a:pt x="645700" y="1155743"/>
                    <a:pt x="658749" y="1156220"/>
                  </a:cubicBezTo>
                  <a:cubicBezTo>
                    <a:pt x="674846" y="1156791"/>
                    <a:pt x="666560" y="1144695"/>
                    <a:pt x="666655" y="1136122"/>
                  </a:cubicBezTo>
                  <a:cubicBezTo>
                    <a:pt x="665798" y="1131741"/>
                    <a:pt x="659606" y="1123549"/>
                    <a:pt x="659416" y="1119072"/>
                  </a:cubicBezTo>
                  <a:cubicBezTo>
                    <a:pt x="654844" y="1114310"/>
                    <a:pt x="646652" y="1102308"/>
                    <a:pt x="653891" y="1104213"/>
                  </a:cubicBezTo>
                  <a:cubicBezTo>
                    <a:pt x="669703" y="1100499"/>
                    <a:pt x="645604" y="1088116"/>
                    <a:pt x="645604" y="1088116"/>
                  </a:cubicBezTo>
                  <a:cubicBezTo>
                    <a:pt x="645604" y="1088116"/>
                    <a:pt x="631793" y="1081734"/>
                    <a:pt x="632841" y="1073352"/>
                  </a:cubicBezTo>
                  <a:cubicBezTo>
                    <a:pt x="634651" y="1056969"/>
                    <a:pt x="615601" y="1059732"/>
                    <a:pt x="628745" y="1044492"/>
                  </a:cubicBezTo>
                  <a:cubicBezTo>
                    <a:pt x="630460" y="1042396"/>
                    <a:pt x="622078" y="1035728"/>
                    <a:pt x="644176" y="1032014"/>
                  </a:cubicBezTo>
                  <a:cubicBezTo>
                    <a:pt x="655129" y="1030109"/>
                    <a:pt x="642652" y="1048111"/>
                    <a:pt x="650462" y="1049826"/>
                  </a:cubicBezTo>
                  <a:cubicBezTo>
                    <a:pt x="661130" y="1048206"/>
                    <a:pt x="637508" y="1069542"/>
                    <a:pt x="650081" y="1067828"/>
                  </a:cubicBezTo>
                  <a:cubicBezTo>
                    <a:pt x="664274" y="1065923"/>
                    <a:pt x="650843" y="1082877"/>
                    <a:pt x="666845" y="1080591"/>
                  </a:cubicBezTo>
                  <a:cubicBezTo>
                    <a:pt x="678085" y="1079163"/>
                    <a:pt x="669131" y="1089354"/>
                    <a:pt x="671703" y="1096974"/>
                  </a:cubicBezTo>
                  <a:cubicBezTo>
                    <a:pt x="675037" y="1107642"/>
                    <a:pt x="678656" y="1097165"/>
                    <a:pt x="686657" y="1109738"/>
                  </a:cubicBezTo>
                  <a:cubicBezTo>
                    <a:pt x="690372" y="1117358"/>
                    <a:pt x="694087" y="1120215"/>
                    <a:pt x="698849" y="1124502"/>
                  </a:cubicBezTo>
                  <a:cubicBezTo>
                    <a:pt x="705898" y="1134503"/>
                    <a:pt x="695230" y="1144218"/>
                    <a:pt x="703040" y="1142980"/>
                  </a:cubicBezTo>
                  <a:cubicBezTo>
                    <a:pt x="716375" y="1143456"/>
                    <a:pt x="697516" y="1151553"/>
                    <a:pt x="712756" y="1152505"/>
                  </a:cubicBezTo>
                  <a:cubicBezTo>
                    <a:pt x="724281" y="1151076"/>
                    <a:pt x="706469" y="1160982"/>
                    <a:pt x="708374" y="1171269"/>
                  </a:cubicBezTo>
                  <a:cubicBezTo>
                    <a:pt x="705993" y="1180509"/>
                    <a:pt x="701135" y="1186986"/>
                    <a:pt x="705041" y="1186509"/>
                  </a:cubicBezTo>
                  <a:cubicBezTo>
                    <a:pt x="718376" y="1184795"/>
                    <a:pt x="696468" y="1201464"/>
                    <a:pt x="709327" y="1199749"/>
                  </a:cubicBezTo>
                  <a:cubicBezTo>
                    <a:pt x="720185" y="1198320"/>
                    <a:pt x="717709" y="1210798"/>
                    <a:pt x="728282" y="1209179"/>
                  </a:cubicBezTo>
                  <a:cubicBezTo>
                    <a:pt x="737616" y="1207941"/>
                    <a:pt x="736664" y="1224038"/>
                    <a:pt x="745712" y="1222895"/>
                  </a:cubicBezTo>
                  <a:cubicBezTo>
                    <a:pt x="750379" y="1224609"/>
                    <a:pt x="759143" y="1232896"/>
                    <a:pt x="762572" y="1232515"/>
                  </a:cubicBezTo>
                  <a:lnTo>
                    <a:pt x="777526" y="1234420"/>
                  </a:lnTo>
                  <a:cubicBezTo>
                    <a:pt x="787432" y="1232896"/>
                    <a:pt x="795528" y="1241659"/>
                    <a:pt x="804767" y="1240230"/>
                  </a:cubicBezTo>
                  <a:cubicBezTo>
                    <a:pt x="827723" y="1236706"/>
                    <a:pt x="818198" y="1250231"/>
                    <a:pt x="836200" y="1246898"/>
                  </a:cubicBezTo>
                  <a:lnTo>
                    <a:pt x="862013" y="1249946"/>
                  </a:lnTo>
                  <a:cubicBezTo>
                    <a:pt x="870299" y="1248327"/>
                    <a:pt x="876395" y="1249089"/>
                    <a:pt x="880872" y="1251375"/>
                  </a:cubicBezTo>
                  <a:cubicBezTo>
                    <a:pt x="899160" y="1260042"/>
                    <a:pt x="888587" y="1283093"/>
                    <a:pt x="892397" y="1289189"/>
                  </a:cubicBezTo>
                  <a:cubicBezTo>
                    <a:pt x="898303" y="1298523"/>
                    <a:pt x="913733" y="1282521"/>
                    <a:pt x="920020" y="1273282"/>
                  </a:cubicBezTo>
                  <a:cubicBezTo>
                    <a:pt x="926402" y="1263852"/>
                    <a:pt x="921925" y="1280521"/>
                    <a:pt x="937832" y="1280997"/>
                  </a:cubicBezTo>
                  <a:cubicBezTo>
                    <a:pt x="944023" y="1282521"/>
                    <a:pt x="942118" y="1299952"/>
                    <a:pt x="956310" y="1295094"/>
                  </a:cubicBezTo>
                  <a:cubicBezTo>
                    <a:pt x="953167" y="1299571"/>
                    <a:pt x="944213" y="1314239"/>
                    <a:pt x="952595" y="1322907"/>
                  </a:cubicBezTo>
                  <a:cubicBezTo>
                    <a:pt x="958977" y="1329575"/>
                    <a:pt x="962882" y="1336909"/>
                    <a:pt x="972312" y="1325098"/>
                  </a:cubicBezTo>
                  <a:cubicBezTo>
                    <a:pt x="978979" y="1316811"/>
                    <a:pt x="973074" y="1343767"/>
                    <a:pt x="982885" y="1343196"/>
                  </a:cubicBezTo>
                  <a:cubicBezTo>
                    <a:pt x="991934" y="1342719"/>
                    <a:pt x="994029" y="1368722"/>
                    <a:pt x="1001363" y="1359388"/>
                  </a:cubicBezTo>
                  <a:cubicBezTo>
                    <a:pt x="1007269" y="1351768"/>
                    <a:pt x="1020794" y="1361102"/>
                    <a:pt x="1029462" y="1357293"/>
                  </a:cubicBezTo>
                  <a:cubicBezTo>
                    <a:pt x="1044226" y="1350625"/>
                    <a:pt x="1039559" y="1339862"/>
                    <a:pt x="1043750" y="1339195"/>
                  </a:cubicBezTo>
                  <a:cubicBezTo>
                    <a:pt x="1046893" y="1339385"/>
                    <a:pt x="1049941" y="1336338"/>
                    <a:pt x="1052417" y="1332718"/>
                  </a:cubicBezTo>
                  <a:cubicBezTo>
                    <a:pt x="1051751" y="1337957"/>
                    <a:pt x="1054418" y="1344624"/>
                    <a:pt x="1055180" y="1347291"/>
                  </a:cubicBezTo>
                  <a:cubicBezTo>
                    <a:pt x="1057656" y="1352530"/>
                    <a:pt x="1063371" y="1393488"/>
                    <a:pt x="1052322" y="1398917"/>
                  </a:cubicBezTo>
                  <a:cubicBezTo>
                    <a:pt x="1030605" y="1409394"/>
                    <a:pt x="1036225" y="1419967"/>
                    <a:pt x="1033463" y="1426063"/>
                  </a:cubicBezTo>
                  <a:cubicBezTo>
                    <a:pt x="1030415" y="1432826"/>
                    <a:pt x="1025652" y="1432445"/>
                    <a:pt x="1023176" y="1438160"/>
                  </a:cubicBezTo>
                  <a:cubicBezTo>
                    <a:pt x="1019556" y="1445875"/>
                    <a:pt x="1004411" y="1440541"/>
                    <a:pt x="994029" y="1450638"/>
                  </a:cubicBezTo>
                  <a:cubicBezTo>
                    <a:pt x="987457" y="1461687"/>
                    <a:pt x="979646" y="1449018"/>
                    <a:pt x="977456" y="1476164"/>
                  </a:cubicBezTo>
                  <a:cubicBezTo>
                    <a:pt x="976408" y="1488261"/>
                    <a:pt x="983266" y="1497786"/>
                    <a:pt x="981742" y="1501977"/>
                  </a:cubicBezTo>
                  <a:cubicBezTo>
                    <a:pt x="973265" y="1517789"/>
                    <a:pt x="959072" y="1513598"/>
                    <a:pt x="953738" y="1525599"/>
                  </a:cubicBezTo>
                  <a:cubicBezTo>
                    <a:pt x="943547" y="1549507"/>
                    <a:pt x="970502" y="1538744"/>
                    <a:pt x="971360" y="1547507"/>
                  </a:cubicBezTo>
                  <a:cubicBezTo>
                    <a:pt x="972026" y="1551507"/>
                    <a:pt x="984028" y="1559222"/>
                    <a:pt x="987362" y="1568557"/>
                  </a:cubicBezTo>
                  <a:cubicBezTo>
                    <a:pt x="991648" y="1579797"/>
                    <a:pt x="990505" y="1597704"/>
                    <a:pt x="998125" y="1613134"/>
                  </a:cubicBezTo>
                  <a:cubicBezTo>
                    <a:pt x="1002792" y="1622850"/>
                    <a:pt x="997744" y="1652758"/>
                    <a:pt x="1002697" y="1661902"/>
                  </a:cubicBezTo>
                  <a:cubicBezTo>
                    <a:pt x="1015556" y="1689048"/>
                    <a:pt x="1024795" y="1694192"/>
                    <a:pt x="1029462" y="1698764"/>
                  </a:cubicBezTo>
                  <a:cubicBezTo>
                    <a:pt x="1040987" y="1709622"/>
                    <a:pt x="1041368" y="1706384"/>
                    <a:pt x="1047750" y="1712766"/>
                  </a:cubicBezTo>
                  <a:cubicBezTo>
                    <a:pt x="1054513" y="1719433"/>
                    <a:pt x="1065181" y="1722100"/>
                    <a:pt x="1073277" y="1729053"/>
                  </a:cubicBezTo>
                  <a:cubicBezTo>
                    <a:pt x="1083755" y="1738293"/>
                    <a:pt x="1081564" y="1755247"/>
                    <a:pt x="1079849" y="1762200"/>
                  </a:cubicBezTo>
                  <a:cubicBezTo>
                    <a:pt x="1074420" y="1782584"/>
                    <a:pt x="1075373" y="1775345"/>
                    <a:pt x="1070134" y="1796490"/>
                  </a:cubicBezTo>
                  <a:cubicBezTo>
                    <a:pt x="1068705" y="1802205"/>
                    <a:pt x="1049084" y="1804491"/>
                    <a:pt x="1047750" y="1819827"/>
                  </a:cubicBezTo>
                  <a:cubicBezTo>
                    <a:pt x="1044035" y="1839734"/>
                    <a:pt x="1042416" y="1851164"/>
                    <a:pt x="1041083" y="1856498"/>
                  </a:cubicBezTo>
                  <a:cubicBezTo>
                    <a:pt x="1038797" y="1866023"/>
                    <a:pt x="1034606" y="1867737"/>
                    <a:pt x="1027938" y="1888597"/>
                  </a:cubicBezTo>
                  <a:cubicBezTo>
                    <a:pt x="1021747" y="1908409"/>
                    <a:pt x="1014127" y="1922506"/>
                    <a:pt x="1011841" y="1931460"/>
                  </a:cubicBezTo>
                  <a:cubicBezTo>
                    <a:pt x="1010507" y="1937175"/>
                    <a:pt x="996601" y="1972131"/>
                    <a:pt x="996601" y="1972131"/>
                  </a:cubicBezTo>
                  <a:cubicBezTo>
                    <a:pt x="985171" y="1989086"/>
                    <a:pt x="992219" y="1986038"/>
                    <a:pt x="980313" y="2011946"/>
                  </a:cubicBezTo>
                  <a:cubicBezTo>
                    <a:pt x="968978" y="2028805"/>
                    <a:pt x="950786" y="2045664"/>
                    <a:pt x="942975" y="2061000"/>
                  </a:cubicBezTo>
                  <a:cubicBezTo>
                    <a:pt x="928021" y="2079478"/>
                    <a:pt x="937546" y="2089765"/>
                    <a:pt x="927068" y="2122245"/>
                  </a:cubicBezTo>
                  <a:cubicBezTo>
                    <a:pt x="923735" y="2130913"/>
                    <a:pt x="920115" y="2139962"/>
                    <a:pt x="916591" y="2148915"/>
                  </a:cubicBezTo>
                  <a:cubicBezTo>
                    <a:pt x="911924" y="2160631"/>
                    <a:pt x="907352" y="2171966"/>
                    <a:pt x="903161" y="2182634"/>
                  </a:cubicBezTo>
                  <a:cubicBezTo>
                    <a:pt x="892588" y="2209399"/>
                    <a:pt x="895636" y="2208828"/>
                    <a:pt x="894112" y="2215495"/>
                  </a:cubicBezTo>
                  <a:cubicBezTo>
                    <a:pt x="884682" y="2239593"/>
                    <a:pt x="875348" y="2252071"/>
                    <a:pt x="875348" y="2252071"/>
                  </a:cubicBezTo>
                  <a:lnTo>
                    <a:pt x="852297" y="2301411"/>
                  </a:lnTo>
                  <a:cubicBezTo>
                    <a:pt x="847725" y="2320937"/>
                    <a:pt x="844677" y="2327890"/>
                    <a:pt x="828866" y="2349321"/>
                  </a:cubicBezTo>
                  <a:cubicBezTo>
                    <a:pt x="817817" y="2372372"/>
                    <a:pt x="835438" y="2369229"/>
                    <a:pt x="817340" y="2390660"/>
                  </a:cubicBezTo>
                  <a:cubicBezTo>
                    <a:pt x="807815" y="2400852"/>
                    <a:pt x="817912" y="2403042"/>
                    <a:pt x="810673" y="2417425"/>
                  </a:cubicBezTo>
                  <a:cubicBezTo>
                    <a:pt x="805434" y="2429903"/>
                    <a:pt x="816293" y="2441523"/>
                    <a:pt x="815435" y="2447429"/>
                  </a:cubicBezTo>
                  <a:cubicBezTo>
                    <a:pt x="813816" y="2457906"/>
                    <a:pt x="803053" y="2458954"/>
                    <a:pt x="800957" y="2474480"/>
                  </a:cubicBezTo>
                  <a:cubicBezTo>
                    <a:pt x="799148" y="2488577"/>
                    <a:pt x="802672" y="2480385"/>
                    <a:pt x="804101" y="2486481"/>
                  </a:cubicBezTo>
                  <a:cubicBezTo>
                    <a:pt x="808768" y="2495149"/>
                    <a:pt x="818102" y="2488101"/>
                    <a:pt x="815435" y="2504960"/>
                  </a:cubicBezTo>
                  <a:cubicBezTo>
                    <a:pt x="811340" y="2531725"/>
                    <a:pt x="825722" y="2534106"/>
                    <a:pt x="825722" y="2563920"/>
                  </a:cubicBezTo>
                  <a:cubicBezTo>
                    <a:pt x="825722" y="2563920"/>
                    <a:pt x="824103" y="2585065"/>
                    <a:pt x="842105" y="2589066"/>
                  </a:cubicBezTo>
                  <a:cubicBezTo>
                    <a:pt x="868299" y="2592876"/>
                    <a:pt x="875157" y="2604877"/>
                    <a:pt x="875157" y="2604877"/>
                  </a:cubicBezTo>
                  <a:cubicBezTo>
                    <a:pt x="878777" y="2615354"/>
                    <a:pt x="920877" y="2608306"/>
                    <a:pt x="920877" y="2608306"/>
                  </a:cubicBezTo>
                  <a:cubicBezTo>
                    <a:pt x="931354" y="2604877"/>
                    <a:pt x="948309" y="2606115"/>
                    <a:pt x="963454" y="2601734"/>
                  </a:cubicBezTo>
                  <a:cubicBezTo>
                    <a:pt x="987362" y="2594971"/>
                    <a:pt x="1008221" y="2595828"/>
                    <a:pt x="1011174" y="2586589"/>
                  </a:cubicBezTo>
                  <a:cubicBezTo>
                    <a:pt x="1013936" y="2576874"/>
                    <a:pt x="977456" y="2560491"/>
                    <a:pt x="974979" y="2556490"/>
                  </a:cubicBezTo>
                  <a:cubicBezTo>
                    <a:pt x="971645" y="2551442"/>
                    <a:pt x="948595" y="2553252"/>
                    <a:pt x="943832" y="2545346"/>
                  </a:cubicBezTo>
                  <a:cubicBezTo>
                    <a:pt x="942213" y="2537631"/>
                    <a:pt x="932402" y="2505055"/>
                    <a:pt x="939070" y="2483528"/>
                  </a:cubicBezTo>
                  <a:cubicBezTo>
                    <a:pt x="944499" y="2466003"/>
                    <a:pt x="927640" y="2456763"/>
                    <a:pt x="933355" y="2438570"/>
                  </a:cubicBezTo>
                  <a:cubicBezTo>
                    <a:pt x="941070" y="2413329"/>
                    <a:pt x="965740" y="2411043"/>
                    <a:pt x="965740" y="2411043"/>
                  </a:cubicBezTo>
                  <a:cubicBezTo>
                    <a:pt x="973836" y="2405328"/>
                    <a:pt x="985171" y="2384659"/>
                    <a:pt x="985171" y="2384659"/>
                  </a:cubicBezTo>
                  <a:cubicBezTo>
                    <a:pt x="991648" y="2360751"/>
                    <a:pt x="1042416" y="2368943"/>
                    <a:pt x="1020318" y="2335605"/>
                  </a:cubicBezTo>
                  <a:cubicBezTo>
                    <a:pt x="1020318" y="2335605"/>
                    <a:pt x="997839" y="2320175"/>
                    <a:pt x="999839" y="2311888"/>
                  </a:cubicBezTo>
                  <a:cubicBezTo>
                    <a:pt x="1012889" y="2268835"/>
                    <a:pt x="1036225" y="2286075"/>
                    <a:pt x="1040606" y="2277408"/>
                  </a:cubicBezTo>
                  <a:cubicBezTo>
                    <a:pt x="1048417" y="2263692"/>
                    <a:pt x="1048131" y="2257405"/>
                    <a:pt x="1053370" y="2234926"/>
                  </a:cubicBezTo>
                  <a:cubicBezTo>
                    <a:pt x="1059656" y="2208161"/>
                    <a:pt x="1086612" y="2233021"/>
                    <a:pt x="1092137" y="2206923"/>
                  </a:cubicBezTo>
                  <a:cubicBezTo>
                    <a:pt x="1094137" y="2197683"/>
                    <a:pt x="1071277" y="2204922"/>
                    <a:pt x="1073277" y="2195778"/>
                  </a:cubicBezTo>
                  <a:lnTo>
                    <a:pt x="1086422" y="2176824"/>
                  </a:lnTo>
                  <a:cubicBezTo>
                    <a:pt x="1091565" y="2152440"/>
                    <a:pt x="1110329" y="2170061"/>
                    <a:pt x="1116330" y="2171013"/>
                  </a:cubicBezTo>
                  <a:cubicBezTo>
                    <a:pt x="1120902" y="2171680"/>
                    <a:pt x="1131761" y="2142438"/>
                    <a:pt x="1138809" y="2130056"/>
                  </a:cubicBezTo>
                  <a:cubicBezTo>
                    <a:pt x="1149096" y="2113673"/>
                    <a:pt x="1183291" y="2137200"/>
                    <a:pt x="1186148" y="2119102"/>
                  </a:cubicBezTo>
                  <a:cubicBezTo>
                    <a:pt x="1188911" y="2102719"/>
                    <a:pt x="1218343" y="2121483"/>
                    <a:pt x="1220534" y="2105862"/>
                  </a:cubicBezTo>
                  <a:cubicBezTo>
                    <a:pt x="1222820" y="2090813"/>
                    <a:pt x="1239012" y="2081288"/>
                    <a:pt x="1238345" y="2071191"/>
                  </a:cubicBezTo>
                  <a:lnTo>
                    <a:pt x="1246251" y="2055094"/>
                  </a:lnTo>
                  <a:cubicBezTo>
                    <a:pt x="1248156" y="2036330"/>
                    <a:pt x="1281303" y="2050713"/>
                    <a:pt x="1282732" y="2034139"/>
                  </a:cubicBezTo>
                  <a:cubicBezTo>
                    <a:pt x="1283399" y="2025471"/>
                    <a:pt x="1311212" y="2021471"/>
                    <a:pt x="1311688" y="2013184"/>
                  </a:cubicBezTo>
                  <a:cubicBezTo>
                    <a:pt x="1313021" y="1990800"/>
                    <a:pt x="1320260" y="1981466"/>
                    <a:pt x="1324642" y="1979561"/>
                  </a:cubicBezTo>
                  <a:cubicBezTo>
                    <a:pt x="1324642" y="1979561"/>
                    <a:pt x="1335977" y="1967273"/>
                    <a:pt x="1345025" y="1968131"/>
                  </a:cubicBezTo>
                  <a:cubicBezTo>
                    <a:pt x="1367504" y="1968226"/>
                    <a:pt x="1385983" y="1934127"/>
                    <a:pt x="1400175" y="1918791"/>
                  </a:cubicBezTo>
                  <a:cubicBezTo>
                    <a:pt x="1415891" y="1899265"/>
                    <a:pt x="1419701" y="1864118"/>
                    <a:pt x="1421987" y="1857831"/>
                  </a:cubicBezTo>
                  <a:cubicBezTo>
                    <a:pt x="1425797" y="1851068"/>
                    <a:pt x="1436275" y="1846687"/>
                    <a:pt x="1461611" y="1817255"/>
                  </a:cubicBezTo>
                  <a:cubicBezTo>
                    <a:pt x="1469517" y="1808492"/>
                    <a:pt x="1486281" y="1820779"/>
                    <a:pt x="1495330" y="1810016"/>
                  </a:cubicBezTo>
                  <a:cubicBezTo>
                    <a:pt x="1506093" y="1797729"/>
                    <a:pt x="1531906" y="1794966"/>
                    <a:pt x="1543241" y="1781727"/>
                  </a:cubicBezTo>
                  <a:cubicBezTo>
                    <a:pt x="1554956" y="1768201"/>
                    <a:pt x="1554194" y="1777155"/>
                    <a:pt x="1565339" y="1764391"/>
                  </a:cubicBezTo>
                  <a:cubicBezTo>
                    <a:pt x="1574864" y="1753437"/>
                    <a:pt x="1583531" y="1733339"/>
                    <a:pt x="1591342" y="1724386"/>
                  </a:cubicBezTo>
                  <a:cubicBezTo>
                    <a:pt x="1602200" y="1703145"/>
                    <a:pt x="1594199" y="1689239"/>
                    <a:pt x="1595533" y="1682476"/>
                  </a:cubicBezTo>
                  <a:cubicBezTo>
                    <a:pt x="1597247" y="1676856"/>
                    <a:pt x="1597343" y="1670951"/>
                    <a:pt x="1602581" y="1652663"/>
                  </a:cubicBezTo>
                  <a:cubicBezTo>
                    <a:pt x="1603153" y="1649329"/>
                    <a:pt x="1610963" y="1648186"/>
                    <a:pt x="1627251" y="1634375"/>
                  </a:cubicBezTo>
                  <a:cubicBezTo>
                    <a:pt x="1638681" y="1624945"/>
                    <a:pt x="1642110" y="1619897"/>
                    <a:pt x="1652588" y="1609610"/>
                  </a:cubicBezTo>
                  <a:cubicBezTo>
                    <a:pt x="1652588" y="1609610"/>
                    <a:pt x="1670876" y="1590846"/>
                    <a:pt x="1670399" y="1577225"/>
                  </a:cubicBezTo>
                  <a:cubicBezTo>
                    <a:pt x="1670304" y="1570843"/>
                    <a:pt x="1670399" y="1543983"/>
                    <a:pt x="1665732" y="1535124"/>
                  </a:cubicBezTo>
                  <a:close/>
                  <a:moveTo>
                    <a:pt x="1219295" y="187622"/>
                  </a:moveTo>
                  <a:cubicBezTo>
                    <a:pt x="1214057" y="185336"/>
                    <a:pt x="1203389" y="188289"/>
                    <a:pt x="1197578" y="186479"/>
                  </a:cubicBezTo>
                  <a:cubicBezTo>
                    <a:pt x="1194149" y="184765"/>
                    <a:pt x="1182719" y="179336"/>
                    <a:pt x="1172909" y="177335"/>
                  </a:cubicBezTo>
                  <a:cubicBezTo>
                    <a:pt x="1167479" y="176573"/>
                    <a:pt x="1136142" y="177812"/>
                    <a:pt x="1132904" y="180002"/>
                  </a:cubicBezTo>
                  <a:cubicBezTo>
                    <a:pt x="1132142" y="182574"/>
                    <a:pt x="1144905" y="186860"/>
                    <a:pt x="1156811" y="191051"/>
                  </a:cubicBezTo>
                  <a:cubicBezTo>
                    <a:pt x="1165289" y="197243"/>
                    <a:pt x="1197007" y="197243"/>
                    <a:pt x="1199293" y="201815"/>
                  </a:cubicBezTo>
                  <a:cubicBezTo>
                    <a:pt x="1205294" y="209054"/>
                    <a:pt x="1175099" y="234104"/>
                    <a:pt x="1192435" y="232580"/>
                  </a:cubicBezTo>
                  <a:cubicBezTo>
                    <a:pt x="1202150" y="231533"/>
                    <a:pt x="1235393" y="222293"/>
                    <a:pt x="1263587" y="231914"/>
                  </a:cubicBezTo>
                  <a:cubicBezTo>
                    <a:pt x="1269016" y="234676"/>
                    <a:pt x="1273874" y="231914"/>
                    <a:pt x="1279017" y="231914"/>
                  </a:cubicBezTo>
                  <a:cubicBezTo>
                    <a:pt x="1286351" y="231914"/>
                    <a:pt x="1294162" y="228294"/>
                    <a:pt x="1301877" y="230009"/>
                  </a:cubicBezTo>
                  <a:cubicBezTo>
                    <a:pt x="1327499" y="233628"/>
                    <a:pt x="1348454" y="231818"/>
                    <a:pt x="1351598" y="230771"/>
                  </a:cubicBezTo>
                  <a:cubicBezTo>
                    <a:pt x="1352836" y="228770"/>
                    <a:pt x="1358551" y="215054"/>
                    <a:pt x="1356265" y="212864"/>
                  </a:cubicBezTo>
                  <a:cubicBezTo>
                    <a:pt x="1354741" y="209720"/>
                    <a:pt x="1341977" y="212578"/>
                    <a:pt x="1322832" y="211435"/>
                  </a:cubicBezTo>
                  <a:cubicBezTo>
                    <a:pt x="1318641" y="211244"/>
                    <a:pt x="1314545" y="209054"/>
                    <a:pt x="1309878" y="208768"/>
                  </a:cubicBezTo>
                  <a:cubicBezTo>
                    <a:pt x="1290828" y="207625"/>
                    <a:pt x="1267397" y="211625"/>
                    <a:pt x="1252728" y="207339"/>
                  </a:cubicBezTo>
                  <a:cubicBezTo>
                    <a:pt x="1243108" y="205529"/>
                    <a:pt x="1229773" y="203243"/>
                    <a:pt x="1229773" y="202100"/>
                  </a:cubicBezTo>
                  <a:cubicBezTo>
                    <a:pt x="1231392" y="196766"/>
                    <a:pt x="1268540" y="198957"/>
                    <a:pt x="1289495" y="197052"/>
                  </a:cubicBezTo>
                  <a:cubicBezTo>
                    <a:pt x="1296638" y="196385"/>
                    <a:pt x="1301210" y="194099"/>
                    <a:pt x="1302163" y="194004"/>
                  </a:cubicBezTo>
                  <a:cubicBezTo>
                    <a:pt x="1304830" y="194004"/>
                    <a:pt x="1319403" y="195719"/>
                    <a:pt x="1334262" y="197433"/>
                  </a:cubicBezTo>
                  <a:cubicBezTo>
                    <a:pt x="1351883" y="196290"/>
                    <a:pt x="1369028" y="200957"/>
                    <a:pt x="1369314" y="200195"/>
                  </a:cubicBezTo>
                  <a:cubicBezTo>
                    <a:pt x="1379506" y="194385"/>
                    <a:pt x="1386269" y="185432"/>
                    <a:pt x="1393698" y="180098"/>
                  </a:cubicBezTo>
                  <a:cubicBezTo>
                    <a:pt x="1399127" y="176383"/>
                    <a:pt x="1406747" y="174287"/>
                    <a:pt x="1412462" y="170192"/>
                  </a:cubicBezTo>
                  <a:cubicBezTo>
                    <a:pt x="1417320" y="166667"/>
                    <a:pt x="1422273" y="161333"/>
                    <a:pt x="1426750" y="158095"/>
                  </a:cubicBezTo>
                  <a:cubicBezTo>
                    <a:pt x="1440656" y="147808"/>
                    <a:pt x="1451610" y="141236"/>
                    <a:pt x="1451896" y="140188"/>
                  </a:cubicBezTo>
                  <a:lnTo>
                    <a:pt x="1455801" y="125710"/>
                  </a:lnTo>
                  <a:cubicBezTo>
                    <a:pt x="1456277" y="123424"/>
                    <a:pt x="1462564" y="121614"/>
                    <a:pt x="1462850" y="119423"/>
                  </a:cubicBezTo>
                  <a:cubicBezTo>
                    <a:pt x="1465612" y="116756"/>
                    <a:pt x="1485519" y="117614"/>
                    <a:pt x="1490567" y="113804"/>
                  </a:cubicBezTo>
                  <a:cubicBezTo>
                    <a:pt x="1496092" y="107612"/>
                    <a:pt x="1512570" y="98468"/>
                    <a:pt x="1512570" y="96563"/>
                  </a:cubicBezTo>
                  <a:cubicBezTo>
                    <a:pt x="1512761" y="94468"/>
                    <a:pt x="1534954" y="94182"/>
                    <a:pt x="1535049" y="92087"/>
                  </a:cubicBezTo>
                  <a:cubicBezTo>
                    <a:pt x="1534859" y="89896"/>
                    <a:pt x="1550099" y="79609"/>
                    <a:pt x="1552766" y="78942"/>
                  </a:cubicBezTo>
                  <a:cubicBezTo>
                    <a:pt x="1574482" y="73989"/>
                    <a:pt x="1589246" y="65131"/>
                    <a:pt x="1588865" y="63416"/>
                  </a:cubicBezTo>
                  <a:cubicBezTo>
                    <a:pt x="1589437" y="58368"/>
                    <a:pt x="1552385" y="63131"/>
                    <a:pt x="1535525" y="64655"/>
                  </a:cubicBezTo>
                  <a:cubicBezTo>
                    <a:pt x="1530763" y="65036"/>
                    <a:pt x="1536859" y="61130"/>
                    <a:pt x="1536859" y="61130"/>
                  </a:cubicBezTo>
                  <a:cubicBezTo>
                    <a:pt x="1546003" y="54272"/>
                    <a:pt x="1570196" y="54749"/>
                    <a:pt x="1569625" y="52939"/>
                  </a:cubicBezTo>
                  <a:cubicBezTo>
                    <a:pt x="1568482" y="49700"/>
                    <a:pt x="1639157" y="35127"/>
                    <a:pt x="1637538" y="32174"/>
                  </a:cubicBezTo>
                  <a:cubicBezTo>
                    <a:pt x="1636014" y="29222"/>
                    <a:pt x="1638872" y="24554"/>
                    <a:pt x="1628203" y="24459"/>
                  </a:cubicBezTo>
                  <a:cubicBezTo>
                    <a:pt x="1621727" y="21221"/>
                    <a:pt x="1611154" y="26174"/>
                    <a:pt x="1606487" y="23411"/>
                  </a:cubicBezTo>
                  <a:cubicBezTo>
                    <a:pt x="1603915" y="20554"/>
                    <a:pt x="1602200" y="14172"/>
                    <a:pt x="1599057" y="11886"/>
                  </a:cubicBezTo>
                  <a:cubicBezTo>
                    <a:pt x="1595723" y="9505"/>
                    <a:pt x="1553147" y="23411"/>
                    <a:pt x="1549241" y="21697"/>
                  </a:cubicBezTo>
                  <a:cubicBezTo>
                    <a:pt x="1544479" y="19506"/>
                    <a:pt x="1564862" y="14839"/>
                    <a:pt x="1566958" y="8743"/>
                  </a:cubicBezTo>
                  <a:cubicBezTo>
                    <a:pt x="1568006" y="5885"/>
                    <a:pt x="1553337" y="4838"/>
                    <a:pt x="1546003" y="5028"/>
                  </a:cubicBezTo>
                  <a:cubicBezTo>
                    <a:pt x="1546003" y="5028"/>
                    <a:pt x="1507807" y="2171"/>
                    <a:pt x="1504855" y="2266"/>
                  </a:cubicBezTo>
                  <a:cubicBezTo>
                    <a:pt x="1494473" y="1504"/>
                    <a:pt x="1466278" y="-2592"/>
                    <a:pt x="1461992" y="2552"/>
                  </a:cubicBezTo>
                  <a:cubicBezTo>
                    <a:pt x="1459421" y="3314"/>
                    <a:pt x="1491996" y="17315"/>
                    <a:pt x="1488472" y="19601"/>
                  </a:cubicBezTo>
                  <a:cubicBezTo>
                    <a:pt x="1477232" y="22745"/>
                    <a:pt x="1455420" y="8171"/>
                    <a:pt x="1446848" y="4933"/>
                  </a:cubicBezTo>
                  <a:cubicBezTo>
                    <a:pt x="1435703" y="2456"/>
                    <a:pt x="1398080" y="8076"/>
                    <a:pt x="1396556" y="8743"/>
                  </a:cubicBezTo>
                  <a:cubicBezTo>
                    <a:pt x="1393507" y="10267"/>
                    <a:pt x="1364456" y="14744"/>
                    <a:pt x="1361503" y="16458"/>
                  </a:cubicBezTo>
                  <a:cubicBezTo>
                    <a:pt x="1360265" y="17220"/>
                    <a:pt x="1356741" y="25031"/>
                    <a:pt x="1358456" y="28364"/>
                  </a:cubicBezTo>
                  <a:cubicBezTo>
                    <a:pt x="1360361" y="31031"/>
                    <a:pt x="1377791" y="38842"/>
                    <a:pt x="1374457" y="41509"/>
                  </a:cubicBezTo>
                  <a:lnTo>
                    <a:pt x="1332452" y="24935"/>
                  </a:lnTo>
                  <a:cubicBezTo>
                    <a:pt x="1324737" y="24745"/>
                    <a:pt x="1311878" y="33317"/>
                    <a:pt x="1308830" y="36556"/>
                  </a:cubicBezTo>
                  <a:cubicBezTo>
                    <a:pt x="1307497" y="38175"/>
                    <a:pt x="1335024" y="41223"/>
                    <a:pt x="1333500" y="42938"/>
                  </a:cubicBezTo>
                  <a:cubicBezTo>
                    <a:pt x="1327404" y="46081"/>
                    <a:pt x="1300448" y="39318"/>
                    <a:pt x="1294162" y="39318"/>
                  </a:cubicBezTo>
                  <a:cubicBezTo>
                    <a:pt x="1271016" y="38461"/>
                    <a:pt x="1247489" y="53510"/>
                    <a:pt x="1245775" y="55701"/>
                  </a:cubicBezTo>
                  <a:cubicBezTo>
                    <a:pt x="1244251" y="57797"/>
                    <a:pt x="1288066" y="58178"/>
                    <a:pt x="1286732" y="60368"/>
                  </a:cubicBezTo>
                  <a:cubicBezTo>
                    <a:pt x="1285685" y="62273"/>
                    <a:pt x="1261586" y="68465"/>
                    <a:pt x="1260539" y="70370"/>
                  </a:cubicBezTo>
                  <a:cubicBezTo>
                    <a:pt x="1259491" y="72560"/>
                    <a:pt x="1305878" y="75037"/>
                    <a:pt x="1304735" y="77323"/>
                  </a:cubicBezTo>
                  <a:cubicBezTo>
                    <a:pt x="1303782" y="79323"/>
                    <a:pt x="1276731" y="78656"/>
                    <a:pt x="1275969" y="80561"/>
                  </a:cubicBezTo>
                  <a:cubicBezTo>
                    <a:pt x="1275207" y="82466"/>
                    <a:pt x="1303211" y="88086"/>
                    <a:pt x="1307878" y="88658"/>
                  </a:cubicBezTo>
                  <a:cubicBezTo>
                    <a:pt x="1313974" y="88372"/>
                    <a:pt x="1360361" y="85419"/>
                    <a:pt x="1360646" y="89610"/>
                  </a:cubicBezTo>
                  <a:cubicBezTo>
                    <a:pt x="1359218" y="94563"/>
                    <a:pt x="1307878" y="92182"/>
                    <a:pt x="1307211" y="96944"/>
                  </a:cubicBezTo>
                  <a:cubicBezTo>
                    <a:pt x="1306640" y="101231"/>
                    <a:pt x="1293686" y="93992"/>
                    <a:pt x="1283589" y="95135"/>
                  </a:cubicBezTo>
                  <a:cubicBezTo>
                    <a:pt x="1272635" y="96278"/>
                    <a:pt x="1265492" y="90467"/>
                    <a:pt x="1260062" y="86848"/>
                  </a:cubicBezTo>
                  <a:cubicBezTo>
                    <a:pt x="1249775" y="83038"/>
                    <a:pt x="1249109" y="60845"/>
                    <a:pt x="1237107" y="62559"/>
                  </a:cubicBezTo>
                  <a:cubicBezTo>
                    <a:pt x="1228630" y="63131"/>
                    <a:pt x="1210913" y="65893"/>
                    <a:pt x="1207675" y="67988"/>
                  </a:cubicBezTo>
                  <a:cubicBezTo>
                    <a:pt x="1201484" y="71608"/>
                    <a:pt x="1182338" y="97040"/>
                    <a:pt x="1183291" y="99516"/>
                  </a:cubicBezTo>
                  <a:cubicBezTo>
                    <a:pt x="1184624" y="103136"/>
                    <a:pt x="1184148" y="116280"/>
                    <a:pt x="1186053" y="119519"/>
                  </a:cubicBezTo>
                  <a:cubicBezTo>
                    <a:pt x="1187291" y="121424"/>
                    <a:pt x="1217295" y="121043"/>
                    <a:pt x="1218724" y="122757"/>
                  </a:cubicBezTo>
                  <a:cubicBezTo>
                    <a:pt x="1221105" y="125424"/>
                    <a:pt x="1190720" y="131711"/>
                    <a:pt x="1193578" y="133901"/>
                  </a:cubicBezTo>
                  <a:cubicBezTo>
                    <a:pt x="1196245" y="135997"/>
                    <a:pt x="1207103" y="150665"/>
                    <a:pt x="1210247" y="152189"/>
                  </a:cubicBezTo>
                  <a:cubicBezTo>
                    <a:pt x="1213961" y="154190"/>
                    <a:pt x="1257776" y="151427"/>
                    <a:pt x="1262158" y="152570"/>
                  </a:cubicBezTo>
                  <a:cubicBezTo>
                    <a:pt x="1267301" y="153904"/>
                    <a:pt x="1283113" y="155237"/>
                    <a:pt x="1288828" y="155237"/>
                  </a:cubicBezTo>
                  <a:cubicBezTo>
                    <a:pt x="1293400" y="155237"/>
                    <a:pt x="1253966" y="162286"/>
                    <a:pt x="1250537" y="162857"/>
                  </a:cubicBezTo>
                  <a:cubicBezTo>
                    <a:pt x="1249871" y="165810"/>
                    <a:pt x="1268159" y="172954"/>
                    <a:pt x="1267778" y="174573"/>
                  </a:cubicBezTo>
                  <a:cubicBezTo>
                    <a:pt x="1258443" y="181431"/>
                    <a:pt x="1216438" y="188861"/>
                    <a:pt x="1219010" y="187527"/>
                  </a:cubicBezTo>
                  <a:close/>
                  <a:moveTo>
                    <a:pt x="787432" y="343070"/>
                  </a:moveTo>
                  <a:cubicBezTo>
                    <a:pt x="801815" y="346309"/>
                    <a:pt x="805529" y="337260"/>
                    <a:pt x="833152" y="327545"/>
                  </a:cubicBezTo>
                  <a:cubicBezTo>
                    <a:pt x="843820" y="325925"/>
                    <a:pt x="848773" y="315734"/>
                    <a:pt x="864775" y="309733"/>
                  </a:cubicBezTo>
                  <a:cubicBezTo>
                    <a:pt x="874967" y="307066"/>
                    <a:pt x="871061" y="298589"/>
                    <a:pt x="885349" y="294398"/>
                  </a:cubicBezTo>
                  <a:cubicBezTo>
                    <a:pt x="903732" y="283253"/>
                    <a:pt x="901922" y="275729"/>
                    <a:pt x="908209" y="267918"/>
                  </a:cubicBezTo>
                  <a:cubicBezTo>
                    <a:pt x="914305" y="260393"/>
                    <a:pt x="908876" y="250773"/>
                    <a:pt x="895445" y="252869"/>
                  </a:cubicBezTo>
                  <a:cubicBezTo>
                    <a:pt x="887063" y="254202"/>
                    <a:pt x="885635" y="244201"/>
                    <a:pt x="877252" y="246106"/>
                  </a:cubicBezTo>
                  <a:cubicBezTo>
                    <a:pt x="868394" y="248201"/>
                    <a:pt x="872776" y="228008"/>
                    <a:pt x="863822" y="229913"/>
                  </a:cubicBezTo>
                  <a:cubicBezTo>
                    <a:pt x="857536" y="231342"/>
                    <a:pt x="853821" y="216483"/>
                    <a:pt x="847725" y="218579"/>
                  </a:cubicBezTo>
                  <a:cubicBezTo>
                    <a:pt x="839438" y="221246"/>
                    <a:pt x="821817" y="232390"/>
                    <a:pt x="818483" y="236867"/>
                  </a:cubicBezTo>
                  <a:cubicBezTo>
                    <a:pt x="809530" y="248582"/>
                    <a:pt x="802005" y="243344"/>
                    <a:pt x="798290" y="252964"/>
                  </a:cubicBezTo>
                  <a:cubicBezTo>
                    <a:pt x="795909" y="259346"/>
                    <a:pt x="790194" y="269156"/>
                    <a:pt x="793909" y="276681"/>
                  </a:cubicBezTo>
                  <a:cubicBezTo>
                    <a:pt x="795433" y="288302"/>
                    <a:pt x="790575" y="303446"/>
                    <a:pt x="763143" y="313352"/>
                  </a:cubicBezTo>
                  <a:cubicBezTo>
                    <a:pt x="750856" y="317829"/>
                    <a:pt x="743807" y="331736"/>
                    <a:pt x="743522" y="340499"/>
                  </a:cubicBezTo>
                  <a:cubicBezTo>
                    <a:pt x="743045" y="351167"/>
                    <a:pt x="772763" y="339737"/>
                    <a:pt x="787241" y="342975"/>
                  </a:cubicBezTo>
                  <a:close/>
                  <a:moveTo>
                    <a:pt x="866489" y="207530"/>
                  </a:moveTo>
                  <a:cubicBezTo>
                    <a:pt x="875443" y="213054"/>
                    <a:pt x="893445" y="198386"/>
                    <a:pt x="911733" y="198195"/>
                  </a:cubicBezTo>
                  <a:cubicBezTo>
                    <a:pt x="932498" y="198195"/>
                    <a:pt x="941356" y="184670"/>
                    <a:pt x="956691" y="183336"/>
                  </a:cubicBezTo>
                  <a:cubicBezTo>
                    <a:pt x="968597" y="178955"/>
                    <a:pt x="980313" y="174287"/>
                    <a:pt x="984028" y="172573"/>
                  </a:cubicBezTo>
                  <a:cubicBezTo>
                    <a:pt x="991076" y="169715"/>
                    <a:pt x="986028" y="160762"/>
                    <a:pt x="998220" y="158476"/>
                  </a:cubicBezTo>
                  <a:cubicBezTo>
                    <a:pt x="1004221" y="156285"/>
                    <a:pt x="1002411" y="151904"/>
                    <a:pt x="1008602" y="149618"/>
                  </a:cubicBezTo>
                  <a:cubicBezTo>
                    <a:pt x="1024604" y="144188"/>
                    <a:pt x="1029843" y="129901"/>
                    <a:pt x="1012698" y="133711"/>
                  </a:cubicBezTo>
                  <a:cubicBezTo>
                    <a:pt x="1002316" y="135997"/>
                    <a:pt x="982694" y="144665"/>
                    <a:pt x="960311" y="148189"/>
                  </a:cubicBezTo>
                  <a:cubicBezTo>
                    <a:pt x="947261" y="150380"/>
                    <a:pt x="937927" y="160667"/>
                    <a:pt x="926878" y="162476"/>
                  </a:cubicBezTo>
                  <a:cubicBezTo>
                    <a:pt x="909352" y="165429"/>
                    <a:pt x="904208" y="175716"/>
                    <a:pt x="901160" y="178478"/>
                  </a:cubicBezTo>
                  <a:cubicBezTo>
                    <a:pt x="894398" y="184479"/>
                    <a:pt x="892397" y="189623"/>
                    <a:pt x="879443" y="193147"/>
                  </a:cubicBezTo>
                  <a:cubicBezTo>
                    <a:pt x="866299" y="196957"/>
                    <a:pt x="857250" y="201719"/>
                    <a:pt x="866585" y="207339"/>
                  </a:cubicBezTo>
                  <a:close/>
                  <a:moveTo>
                    <a:pt x="1115187" y="2452191"/>
                  </a:moveTo>
                  <a:cubicBezTo>
                    <a:pt x="1112044" y="2450477"/>
                    <a:pt x="1107948" y="2450001"/>
                    <a:pt x="1103948" y="2449334"/>
                  </a:cubicBezTo>
                  <a:cubicBezTo>
                    <a:pt x="1097947" y="2448953"/>
                    <a:pt x="1092422" y="2450477"/>
                    <a:pt x="1082993" y="2455335"/>
                  </a:cubicBezTo>
                  <a:cubicBezTo>
                    <a:pt x="1072706" y="2460859"/>
                    <a:pt x="1067276" y="2475337"/>
                    <a:pt x="1065657" y="2482862"/>
                  </a:cubicBezTo>
                  <a:cubicBezTo>
                    <a:pt x="1063371" y="2493244"/>
                    <a:pt x="1068800" y="2487243"/>
                    <a:pt x="1074896" y="2492101"/>
                  </a:cubicBezTo>
                  <a:cubicBezTo>
                    <a:pt x="1086707" y="2501626"/>
                    <a:pt x="1084040" y="2492101"/>
                    <a:pt x="1091851" y="2492101"/>
                  </a:cubicBezTo>
                  <a:cubicBezTo>
                    <a:pt x="1100328" y="2492101"/>
                    <a:pt x="1095470" y="2498673"/>
                    <a:pt x="1116997" y="2492101"/>
                  </a:cubicBezTo>
                  <a:cubicBezTo>
                    <a:pt x="1124617" y="2489815"/>
                    <a:pt x="1134332" y="2476956"/>
                    <a:pt x="1136237" y="2467812"/>
                  </a:cubicBezTo>
                  <a:cubicBezTo>
                    <a:pt x="1139190" y="2453906"/>
                    <a:pt x="1125188" y="2457335"/>
                    <a:pt x="1115187" y="2452287"/>
                  </a:cubicBezTo>
                  <a:close/>
                  <a:moveTo>
                    <a:pt x="2163032" y="642822"/>
                  </a:moveTo>
                  <a:cubicBezTo>
                    <a:pt x="2162175" y="646346"/>
                    <a:pt x="2167033" y="649585"/>
                    <a:pt x="2166461" y="653395"/>
                  </a:cubicBezTo>
                  <a:cubicBezTo>
                    <a:pt x="2165604" y="658538"/>
                    <a:pt x="2180463" y="672350"/>
                    <a:pt x="2180082" y="677779"/>
                  </a:cubicBezTo>
                  <a:cubicBezTo>
                    <a:pt x="2180082" y="679208"/>
                    <a:pt x="2190179" y="691590"/>
                    <a:pt x="2192655" y="693019"/>
                  </a:cubicBezTo>
                  <a:cubicBezTo>
                    <a:pt x="2199513" y="695495"/>
                    <a:pt x="2214563" y="691019"/>
                    <a:pt x="2216753" y="697686"/>
                  </a:cubicBezTo>
                  <a:cubicBezTo>
                    <a:pt x="2221421" y="705687"/>
                    <a:pt x="2197513" y="704830"/>
                    <a:pt x="2197513" y="706640"/>
                  </a:cubicBezTo>
                  <a:cubicBezTo>
                    <a:pt x="2186369" y="716451"/>
                    <a:pt x="2187321" y="731595"/>
                    <a:pt x="2187893" y="736929"/>
                  </a:cubicBezTo>
                  <a:cubicBezTo>
                    <a:pt x="2188369" y="742835"/>
                    <a:pt x="2199894" y="733786"/>
                    <a:pt x="2201037" y="739025"/>
                  </a:cubicBezTo>
                  <a:cubicBezTo>
                    <a:pt x="2202656" y="746740"/>
                    <a:pt x="2175605" y="755027"/>
                    <a:pt x="2178272" y="760837"/>
                  </a:cubicBezTo>
                  <a:cubicBezTo>
                    <a:pt x="2182368" y="771029"/>
                    <a:pt x="2191512" y="760456"/>
                    <a:pt x="2197132" y="762170"/>
                  </a:cubicBezTo>
                  <a:cubicBezTo>
                    <a:pt x="2207609" y="765504"/>
                    <a:pt x="2212848" y="754360"/>
                    <a:pt x="2218087" y="754360"/>
                  </a:cubicBezTo>
                  <a:cubicBezTo>
                    <a:pt x="2221421" y="754360"/>
                    <a:pt x="2231422" y="755503"/>
                    <a:pt x="2234756" y="753503"/>
                  </a:cubicBezTo>
                  <a:cubicBezTo>
                    <a:pt x="2237423" y="751693"/>
                    <a:pt x="2248567" y="753122"/>
                    <a:pt x="2251139" y="750264"/>
                  </a:cubicBezTo>
                  <a:cubicBezTo>
                    <a:pt x="2253329" y="747597"/>
                    <a:pt x="2264093" y="748836"/>
                    <a:pt x="2266188" y="745502"/>
                  </a:cubicBezTo>
                  <a:cubicBezTo>
                    <a:pt x="2267522" y="742835"/>
                    <a:pt x="2283428" y="735024"/>
                    <a:pt x="2284667" y="731881"/>
                  </a:cubicBezTo>
                  <a:cubicBezTo>
                    <a:pt x="2285810" y="729405"/>
                    <a:pt x="2284952" y="720832"/>
                    <a:pt x="2286000" y="718165"/>
                  </a:cubicBezTo>
                  <a:cubicBezTo>
                    <a:pt x="2287334" y="714450"/>
                    <a:pt x="2273141" y="714641"/>
                    <a:pt x="2274094" y="710355"/>
                  </a:cubicBezTo>
                  <a:cubicBezTo>
                    <a:pt x="2274951" y="707497"/>
                    <a:pt x="2263045" y="705401"/>
                    <a:pt x="2263521" y="702163"/>
                  </a:cubicBezTo>
                  <a:cubicBezTo>
                    <a:pt x="2264378" y="698639"/>
                    <a:pt x="2255996" y="695781"/>
                    <a:pt x="2256568" y="691971"/>
                  </a:cubicBezTo>
                  <a:cubicBezTo>
                    <a:pt x="2257044" y="687399"/>
                    <a:pt x="2252091" y="687971"/>
                    <a:pt x="2252377" y="683303"/>
                  </a:cubicBezTo>
                  <a:cubicBezTo>
                    <a:pt x="2252472" y="680636"/>
                    <a:pt x="2247519" y="676636"/>
                    <a:pt x="2247614" y="673874"/>
                  </a:cubicBezTo>
                  <a:cubicBezTo>
                    <a:pt x="2247710" y="670635"/>
                    <a:pt x="2240756" y="671588"/>
                    <a:pt x="2240756" y="668444"/>
                  </a:cubicBezTo>
                  <a:cubicBezTo>
                    <a:pt x="2240756" y="666159"/>
                    <a:pt x="2233136" y="661301"/>
                    <a:pt x="2232946" y="659015"/>
                  </a:cubicBezTo>
                  <a:cubicBezTo>
                    <a:pt x="2232851" y="653490"/>
                    <a:pt x="2228469" y="655967"/>
                    <a:pt x="2227898" y="650823"/>
                  </a:cubicBezTo>
                  <a:cubicBezTo>
                    <a:pt x="2227326" y="646156"/>
                    <a:pt x="2245709" y="641584"/>
                    <a:pt x="2242947" y="627582"/>
                  </a:cubicBezTo>
                  <a:cubicBezTo>
                    <a:pt x="2242185" y="623201"/>
                    <a:pt x="2216087" y="628154"/>
                    <a:pt x="2214848" y="624439"/>
                  </a:cubicBezTo>
                  <a:cubicBezTo>
                    <a:pt x="2213896" y="621582"/>
                    <a:pt x="2230184" y="615867"/>
                    <a:pt x="2228945" y="613295"/>
                  </a:cubicBezTo>
                  <a:cubicBezTo>
                    <a:pt x="2227421" y="610247"/>
                    <a:pt x="2230660" y="599293"/>
                    <a:pt x="2235041" y="601103"/>
                  </a:cubicBezTo>
                  <a:cubicBezTo>
                    <a:pt x="2242947" y="601865"/>
                    <a:pt x="2255901" y="598340"/>
                    <a:pt x="2248376" y="590720"/>
                  </a:cubicBezTo>
                  <a:cubicBezTo>
                    <a:pt x="2245233" y="587577"/>
                    <a:pt x="2239994" y="590244"/>
                    <a:pt x="2239994" y="590244"/>
                  </a:cubicBezTo>
                  <a:lnTo>
                    <a:pt x="2237613" y="591387"/>
                  </a:lnTo>
                  <a:lnTo>
                    <a:pt x="2233422" y="594721"/>
                  </a:lnTo>
                  <a:cubicBezTo>
                    <a:pt x="2230374" y="594721"/>
                    <a:pt x="2229422" y="593197"/>
                    <a:pt x="2226469" y="594721"/>
                  </a:cubicBezTo>
                  <a:lnTo>
                    <a:pt x="2215706" y="597293"/>
                  </a:lnTo>
                  <a:cubicBezTo>
                    <a:pt x="2213420" y="599007"/>
                    <a:pt x="2217611" y="605199"/>
                    <a:pt x="2215610" y="607675"/>
                  </a:cubicBezTo>
                  <a:lnTo>
                    <a:pt x="2197989" y="608151"/>
                  </a:lnTo>
                  <a:cubicBezTo>
                    <a:pt x="2196846" y="609961"/>
                    <a:pt x="2195894" y="616438"/>
                    <a:pt x="2191607" y="617962"/>
                  </a:cubicBezTo>
                  <a:cubicBezTo>
                    <a:pt x="2188083" y="618915"/>
                    <a:pt x="2180273" y="612152"/>
                    <a:pt x="2179320" y="614057"/>
                  </a:cubicBezTo>
                  <a:cubicBezTo>
                    <a:pt x="2178368" y="616343"/>
                    <a:pt x="2161985" y="611390"/>
                    <a:pt x="2161032" y="613771"/>
                  </a:cubicBezTo>
                  <a:cubicBezTo>
                    <a:pt x="2159984" y="616628"/>
                    <a:pt x="2145602" y="606246"/>
                    <a:pt x="2143316" y="626344"/>
                  </a:cubicBezTo>
                  <a:lnTo>
                    <a:pt x="2153984" y="641679"/>
                  </a:lnTo>
                  <a:lnTo>
                    <a:pt x="2162937" y="642727"/>
                  </a:lnTo>
                  <a:close/>
                  <a:moveTo>
                    <a:pt x="3348895" y="91610"/>
                  </a:moveTo>
                  <a:cubicBezTo>
                    <a:pt x="3372707" y="100754"/>
                    <a:pt x="3367754" y="83324"/>
                    <a:pt x="3372517" y="73037"/>
                  </a:cubicBezTo>
                  <a:lnTo>
                    <a:pt x="3367659" y="67226"/>
                  </a:lnTo>
                  <a:cubicBezTo>
                    <a:pt x="3351086" y="60749"/>
                    <a:pt x="3336608" y="53320"/>
                    <a:pt x="3343180" y="77132"/>
                  </a:cubicBezTo>
                  <a:cubicBezTo>
                    <a:pt x="3347942" y="94182"/>
                    <a:pt x="3334607" y="81895"/>
                    <a:pt x="3348990" y="91610"/>
                  </a:cubicBezTo>
                  <a:close/>
                  <a:moveTo>
                    <a:pt x="3403092" y="118757"/>
                  </a:moveTo>
                  <a:lnTo>
                    <a:pt x="3410141" y="118757"/>
                  </a:lnTo>
                  <a:cubicBezTo>
                    <a:pt x="3410331" y="123138"/>
                    <a:pt x="3412522" y="128472"/>
                    <a:pt x="3414141" y="132758"/>
                  </a:cubicBezTo>
                  <a:cubicBezTo>
                    <a:pt x="3418332" y="141140"/>
                    <a:pt x="3464528" y="135235"/>
                    <a:pt x="3461766" y="116280"/>
                  </a:cubicBezTo>
                  <a:cubicBezTo>
                    <a:pt x="3451479" y="119042"/>
                    <a:pt x="3441002" y="120662"/>
                    <a:pt x="3429000" y="121519"/>
                  </a:cubicBezTo>
                  <a:cubicBezTo>
                    <a:pt x="3413188" y="106946"/>
                    <a:pt x="3404426" y="78752"/>
                    <a:pt x="3382613" y="77513"/>
                  </a:cubicBezTo>
                  <a:cubicBezTo>
                    <a:pt x="3374898" y="84562"/>
                    <a:pt x="3384423" y="112375"/>
                    <a:pt x="3402997" y="118757"/>
                  </a:cubicBezTo>
                  <a:close/>
                  <a:moveTo>
                    <a:pt x="3947827" y="251821"/>
                  </a:moveTo>
                  <a:lnTo>
                    <a:pt x="3943445" y="254202"/>
                  </a:lnTo>
                  <a:cubicBezTo>
                    <a:pt x="3950684" y="258965"/>
                    <a:pt x="3959067" y="262108"/>
                    <a:pt x="3965258" y="268204"/>
                  </a:cubicBezTo>
                  <a:cubicBezTo>
                    <a:pt x="3997262" y="271633"/>
                    <a:pt x="3982212" y="248582"/>
                    <a:pt x="3972020" y="232390"/>
                  </a:cubicBezTo>
                  <a:cubicBezTo>
                    <a:pt x="3963067" y="241248"/>
                    <a:pt x="3933920" y="208768"/>
                    <a:pt x="3909632" y="213054"/>
                  </a:cubicBezTo>
                  <a:cubicBezTo>
                    <a:pt x="3904679" y="221722"/>
                    <a:pt x="3928015" y="238772"/>
                    <a:pt x="3937826" y="251630"/>
                  </a:cubicBezTo>
                  <a:cubicBezTo>
                    <a:pt x="3941255" y="252297"/>
                    <a:pt x="3944779" y="252297"/>
                    <a:pt x="3947827" y="251916"/>
                  </a:cubicBezTo>
                  <a:close/>
                  <a:moveTo>
                    <a:pt x="2892171" y="332021"/>
                  </a:moveTo>
                  <a:cubicBezTo>
                    <a:pt x="2898648" y="336593"/>
                    <a:pt x="2903220" y="333164"/>
                    <a:pt x="2910554" y="336879"/>
                  </a:cubicBezTo>
                  <a:cubicBezTo>
                    <a:pt x="2914841" y="339070"/>
                    <a:pt x="2929414" y="348785"/>
                    <a:pt x="2929414" y="348785"/>
                  </a:cubicBezTo>
                  <a:cubicBezTo>
                    <a:pt x="2929414" y="354786"/>
                    <a:pt x="2955036" y="354977"/>
                    <a:pt x="2960942" y="354500"/>
                  </a:cubicBezTo>
                  <a:cubicBezTo>
                    <a:pt x="2974658" y="352881"/>
                    <a:pt x="2960180" y="346976"/>
                    <a:pt x="2951131" y="332021"/>
                  </a:cubicBezTo>
                  <a:cubicBezTo>
                    <a:pt x="2945702" y="323354"/>
                    <a:pt x="2941130" y="308590"/>
                    <a:pt x="2940844" y="305161"/>
                  </a:cubicBezTo>
                  <a:cubicBezTo>
                    <a:pt x="2940368" y="295255"/>
                    <a:pt x="2938463" y="284396"/>
                    <a:pt x="2957513" y="276681"/>
                  </a:cubicBezTo>
                  <a:cubicBezTo>
                    <a:pt x="2963894" y="274681"/>
                    <a:pt x="2957989" y="257917"/>
                    <a:pt x="2961609" y="256012"/>
                  </a:cubicBezTo>
                  <a:cubicBezTo>
                    <a:pt x="2967895" y="249916"/>
                    <a:pt x="2977515" y="248582"/>
                    <a:pt x="2978372" y="244201"/>
                  </a:cubicBezTo>
                  <a:cubicBezTo>
                    <a:pt x="2980182" y="238772"/>
                    <a:pt x="2989707" y="235057"/>
                    <a:pt x="2989898" y="229056"/>
                  </a:cubicBezTo>
                  <a:cubicBezTo>
                    <a:pt x="2990184" y="224960"/>
                    <a:pt x="3015805" y="231533"/>
                    <a:pt x="3015234" y="227246"/>
                  </a:cubicBezTo>
                  <a:cubicBezTo>
                    <a:pt x="3013901" y="218007"/>
                    <a:pt x="3021330" y="210292"/>
                    <a:pt x="3019997" y="207053"/>
                  </a:cubicBezTo>
                  <a:cubicBezTo>
                    <a:pt x="3016853" y="199910"/>
                    <a:pt x="3048286" y="208101"/>
                    <a:pt x="3043047" y="201624"/>
                  </a:cubicBezTo>
                  <a:cubicBezTo>
                    <a:pt x="3037904" y="195433"/>
                    <a:pt x="3068955" y="195147"/>
                    <a:pt x="3062288" y="189813"/>
                  </a:cubicBezTo>
                  <a:cubicBezTo>
                    <a:pt x="3058097" y="186479"/>
                    <a:pt x="3082100" y="180193"/>
                    <a:pt x="3077432" y="177240"/>
                  </a:cubicBezTo>
                  <a:cubicBezTo>
                    <a:pt x="3068574" y="171620"/>
                    <a:pt x="3081242" y="166096"/>
                    <a:pt x="3070955" y="162095"/>
                  </a:cubicBezTo>
                  <a:cubicBezTo>
                    <a:pt x="3058001" y="156857"/>
                    <a:pt x="3058097" y="164381"/>
                    <a:pt x="3043428" y="162095"/>
                  </a:cubicBezTo>
                  <a:cubicBezTo>
                    <a:pt x="3033713" y="160571"/>
                    <a:pt x="3043904" y="170763"/>
                    <a:pt x="3034665" y="173621"/>
                  </a:cubicBezTo>
                  <a:cubicBezTo>
                    <a:pt x="3033808" y="173621"/>
                    <a:pt x="3014853" y="182193"/>
                    <a:pt x="3011234" y="184479"/>
                  </a:cubicBezTo>
                  <a:cubicBezTo>
                    <a:pt x="3008376" y="186289"/>
                    <a:pt x="2984183" y="183908"/>
                    <a:pt x="2967133" y="189813"/>
                  </a:cubicBezTo>
                  <a:cubicBezTo>
                    <a:pt x="2964371" y="190766"/>
                    <a:pt x="2955322" y="199624"/>
                    <a:pt x="2952750" y="200672"/>
                  </a:cubicBezTo>
                  <a:cubicBezTo>
                    <a:pt x="2950178" y="201815"/>
                    <a:pt x="2947511" y="210387"/>
                    <a:pt x="2944940" y="211625"/>
                  </a:cubicBezTo>
                  <a:cubicBezTo>
                    <a:pt x="2940558" y="213721"/>
                    <a:pt x="2939320" y="217245"/>
                    <a:pt x="2935319" y="219817"/>
                  </a:cubicBezTo>
                  <a:lnTo>
                    <a:pt x="2919889" y="224389"/>
                  </a:lnTo>
                  <a:cubicBezTo>
                    <a:pt x="2912269" y="229913"/>
                    <a:pt x="2929509" y="230580"/>
                    <a:pt x="2924270" y="237343"/>
                  </a:cubicBezTo>
                  <a:cubicBezTo>
                    <a:pt x="2922842" y="239057"/>
                    <a:pt x="2917793" y="243058"/>
                    <a:pt x="2916650" y="244963"/>
                  </a:cubicBezTo>
                  <a:cubicBezTo>
                    <a:pt x="2914555" y="248011"/>
                    <a:pt x="2908173" y="254393"/>
                    <a:pt x="2906649" y="257822"/>
                  </a:cubicBezTo>
                  <a:cubicBezTo>
                    <a:pt x="2905316" y="260679"/>
                    <a:pt x="2911030" y="272681"/>
                    <a:pt x="2910078" y="275633"/>
                  </a:cubicBezTo>
                  <a:cubicBezTo>
                    <a:pt x="2908840" y="279920"/>
                    <a:pt x="2906078" y="279729"/>
                    <a:pt x="2905697" y="284206"/>
                  </a:cubicBezTo>
                  <a:cubicBezTo>
                    <a:pt x="2905125" y="289254"/>
                    <a:pt x="2889504" y="284682"/>
                    <a:pt x="2890076" y="289921"/>
                  </a:cubicBezTo>
                  <a:cubicBezTo>
                    <a:pt x="2891314" y="300589"/>
                    <a:pt x="2893790" y="290683"/>
                    <a:pt x="2899315" y="300398"/>
                  </a:cubicBezTo>
                  <a:cubicBezTo>
                    <a:pt x="2901315" y="304018"/>
                    <a:pt x="2892267" y="302018"/>
                    <a:pt x="2890457" y="305161"/>
                  </a:cubicBezTo>
                  <a:cubicBezTo>
                    <a:pt x="2886361" y="310114"/>
                    <a:pt x="2874359" y="318210"/>
                    <a:pt x="2878646" y="322401"/>
                  </a:cubicBezTo>
                  <a:cubicBezTo>
                    <a:pt x="2883408" y="326878"/>
                    <a:pt x="2886551" y="328116"/>
                    <a:pt x="2892076" y="332021"/>
                  </a:cubicBezTo>
                  <a:close/>
                  <a:moveTo>
                    <a:pt x="4000024" y="259917"/>
                  </a:moveTo>
                  <a:lnTo>
                    <a:pt x="3999548" y="258679"/>
                  </a:lnTo>
                  <a:cubicBezTo>
                    <a:pt x="4000024" y="263918"/>
                    <a:pt x="4001548" y="269918"/>
                    <a:pt x="4004786" y="275443"/>
                  </a:cubicBezTo>
                  <a:cubicBezTo>
                    <a:pt x="4040696" y="285063"/>
                    <a:pt x="4004786" y="246868"/>
                    <a:pt x="4000024" y="259917"/>
                  </a:cubicBezTo>
                  <a:close/>
                  <a:moveTo>
                    <a:pt x="2879788" y="360882"/>
                  </a:moveTo>
                  <a:lnTo>
                    <a:pt x="2879788" y="359549"/>
                  </a:lnTo>
                  <a:cubicBezTo>
                    <a:pt x="2878550" y="365073"/>
                    <a:pt x="2878455" y="371455"/>
                    <a:pt x="2880074" y="377265"/>
                  </a:cubicBezTo>
                  <a:cubicBezTo>
                    <a:pt x="2914269" y="387362"/>
                    <a:pt x="2888552" y="347261"/>
                    <a:pt x="2879788" y="360882"/>
                  </a:cubicBezTo>
                  <a:close/>
                  <a:moveTo>
                    <a:pt x="1825466" y="9981"/>
                  </a:moveTo>
                  <a:cubicBezTo>
                    <a:pt x="1827086" y="12077"/>
                    <a:pt x="1829467" y="14267"/>
                    <a:pt x="1831467" y="13982"/>
                  </a:cubicBezTo>
                  <a:cubicBezTo>
                    <a:pt x="1833182" y="13791"/>
                    <a:pt x="1833372" y="15220"/>
                    <a:pt x="1834706" y="14458"/>
                  </a:cubicBezTo>
                  <a:cubicBezTo>
                    <a:pt x="1836134" y="13601"/>
                    <a:pt x="1838420" y="15696"/>
                    <a:pt x="1839944" y="15791"/>
                  </a:cubicBezTo>
                  <a:cubicBezTo>
                    <a:pt x="1843373" y="15887"/>
                    <a:pt x="1845755" y="15982"/>
                    <a:pt x="1849184" y="15791"/>
                  </a:cubicBezTo>
                  <a:cubicBezTo>
                    <a:pt x="1853851" y="15601"/>
                    <a:pt x="1857851" y="10553"/>
                    <a:pt x="1862423" y="10457"/>
                  </a:cubicBezTo>
                  <a:cubicBezTo>
                    <a:pt x="1862900" y="10457"/>
                    <a:pt x="1864424" y="10743"/>
                    <a:pt x="1864900" y="10457"/>
                  </a:cubicBezTo>
                  <a:cubicBezTo>
                    <a:pt x="1866519" y="9600"/>
                    <a:pt x="1866424" y="6647"/>
                    <a:pt x="1865376" y="5790"/>
                  </a:cubicBezTo>
                  <a:cubicBezTo>
                    <a:pt x="1863757" y="4361"/>
                    <a:pt x="1858613" y="4457"/>
                    <a:pt x="1856232" y="4361"/>
                  </a:cubicBezTo>
                  <a:cubicBezTo>
                    <a:pt x="1853660" y="4361"/>
                    <a:pt x="1852232" y="4171"/>
                    <a:pt x="1850517" y="6076"/>
                  </a:cubicBezTo>
                  <a:cubicBezTo>
                    <a:pt x="1849660" y="6933"/>
                    <a:pt x="1847945" y="9600"/>
                    <a:pt x="1845945" y="9314"/>
                  </a:cubicBezTo>
                  <a:cubicBezTo>
                    <a:pt x="1843850" y="9029"/>
                    <a:pt x="1843850" y="2456"/>
                    <a:pt x="1840802" y="7790"/>
                  </a:cubicBezTo>
                  <a:cubicBezTo>
                    <a:pt x="1840230" y="7028"/>
                    <a:pt x="1839754" y="5981"/>
                    <a:pt x="1838992" y="5314"/>
                  </a:cubicBezTo>
                  <a:lnTo>
                    <a:pt x="1838992" y="5790"/>
                  </a:lnTo>
                  <a:cubicBezTo>
                    <a:pt x="1837468" y="6362"/>
                    <a:pt x="1835849" y="5600"/>
                    <a:pt x="1834610" y="5219"/>
                  </a:cubicBezTo>
                  <a:cubicBezTo>
                    <a:pt x="1834610" y="6171"/>
                    <a:pt x="1834134" y="7124"/>
                    <a:pt x="1833658" y="8076"/>
                  </a:cubicBezTo>
                  <a:cubicBezTo>
                    <a:pt x="1832039" y="8076"/>
                    <a:pt x="1830419" y="7886"/>
                    <a:pt x="1829181" y="7314"/>
                  </a:cubicBezTo>
                  <a:cubicBezTo>
                    <a:pt x="1828228" y="9029"/>
                    <a:pt x="1825657" y="9029"/>
                    <a:pt x="1824323" y="7886"/>
                  </a:cubicBezTo>
                  <a:cubicBezTo>
                    <a:pt x="1823561" y="8743"/>
                    <a:pt x="1825085" y="8743"/>
                    <a:pt x="1825562" y="9791"/>
                  </a:cubicBezTo>
                  <a:close/>
                  <a:moveTo>
                    <a:pt x="1056227" y="1132598"/>
                  </a:moveTo>
                  <a:cubicBezTo>
                    <a:pt x="1022890" y="1132598"/>
                    <a:pt x="1026986" y="1153743"/>
                    <a:pt x="1024128" y="1163459"/>
                  </a:cubicBezTo>
                  <a:cubicBezTo>
                    <a:pt x="1022985" y="1176032"/>
                    <a:pt x="1073753" y="1171936"/>
                    <a:pt x="1080421" y="1171174"/>
                  </a:cubicBezTo>
                  <a:cubicBezTo>
                    <a:pt x="1104233" y="1168031"/>
                    <a:pt x="1150620" y="1176889"/>
                    <a:pt x="1145667" y="1163459"/>
                  </a:cubicBezTo>
                  <a:cubicBezTo>
                    <a:pt x="1134999" y="1135170"/>
                    <a:pt x="1075087" y="1132598"/>
                    <a:pt x="1056323" y="1132598"/>
                  </a:cubicBezTo>
                  <a:close/>
                  <a:moveTo>
                    <a:pt x="2118741" y="737882"/>
                  </a:moveTo>
                  <a:cubicBezTo>
                    <a:pt x="2119313" y="740453"/>
                    <a:pt x="2122551" y="743692"/>
                    <a:pt x="2124361" y="744168"/>
                  </a:cubicBezTo>
                  <a:cubicBezTo>
                    <a:pt x="2127409" y="745121"/>
                    <a:pt x="2133505" y="743882"/>
                    <a:pt x="2136267" y="743978"/>
                  </a:cubicBezTo>
                  <a:cubicBezTo>
                    <a:pt x="2143411" y="745121"/>
                    <a:pt x="2141792" y="743692"/>
                    <a:pt x="2145887" y="741692"/>
                  </a:cubicBezTo>
                  <a:cubicBezTo>
                    <a:pt x="2148554" y="739787"/>
                    <a:pt x="2150269" y="736072"/>
                    <a:pt x="2151698" y="735786"/>
                  </a:cubicBezTo>
                  <a:lnTo>
                    <a:pt x="2155698" y="732357"/>
                  </a:lnTo>
                  <a:cubicBezTo>
                    <a:pt x="2161032" y="730167"/>
                    <a:pt x="2161223" y="730357"/>
                    <a:pt x="2166557" y="729119"/>
                  </a:cubicBezTo>
                  <a:lnTo>
                    <a:pt x="2172462" y="726547"/>
                  </a:lnTo>
                  <a:cubicBezTo>
                    <a:pt x="2174367" y="724832"/>
                    <a:pt x="2174558" y="724928"/>
                    <a:pt x="2177129" y="722737"/>
                  </a:cubicBezTo>
                  <a:lnTo>
                    <a:pt x="2177606" y="716451"/>
                  </a:lnTo>
                  <a:lnTo>
                    <a:pt x="2180939" y="711593"/>
                  </a:lnTo>
                  <a:lnTo>
                    <a:pt x="2180368" y="702258"/>
                  </a:lnTo>
                  <a:lnTo>
                    <a:pt x="2175986" y="694829"/>
                  </a:lnTo>
                  <a:lnTo>
                    <a:pt x="2170938" y="687209"/>
                  </a:lnTo>
                  <a:lnTo>
                    <a:pt x="2168652" y="673397"/>
                  </a:lnTo>
                  <a:cubicBezTo>
                    <a:pt x="2165509" y="671207"/>
                    <a:pt x="2157222" y="670635"/>
                    <a:pt x="2153126" y="670635"/>
                  </a:cubicBezTo>
                  <a:lnTo>
                    <a:pt x="2142935" y="677588"/>
                  </a:lnTo>
                  <a:lnTo>
                    <a:pt x="2137315" y="683018"/>
                  </a:lnTo>
                  <a:cubicBezTo>
                    <a:pt x="2134172" y="687780"/>
                    <a:pt x="2125409" y="684065"/>
                    <a:pt x="2121313" y="687590"/>
                  </a:cubicBezTo>
                  <a:cubicBezTo>
                    <a:pt x="2118551" y="689876"/>
                    <a:pt x="2122456" y="699591"/>
                    <a:pt x="2121789" y="700544"/>
                  </a:cubicBezTo>
                  <a:lnTo>
                    <a:pt x="2121122" y="706354"/>
                  </a:lnTo>
                  <a:lnTo>
                    <a:pt x="2120741" y="711878"/>
                  </a:lnTo>
                  <a:lnTo>
                    <a:pt x="2115693" y="712259"/>
                  </a:lnTo>
                  <a:lnTo>
                    <a:pt x="2110359" y="725309"/>
                  </a:lnTo>
                  <a:lnTo>
                    <a:pt x="2111693" y="733119"/>
                  </a:lnTo>
                  <a:lnTo>
                    <a:pt x="2118836" y="737977"/>
                  </a:lnTo>
                  <a:close/>
                  <a:moveTo>
                    <a:pt x="2361248" y="133425"/>
                  </a:moveTo>
                  <a:cubicBezTo>
                    <a:pt x="2371249" y="141998"/>
                    <a:pt x="2360009" y="150189"/>
                    <a:pt x="2350008" y="153142"/>
                  </a:cubicBezTo>
                  <a:cubicBezTo>
                    <a:pt x="2348484" y="154666"/>
                    <a:pt x="2348960" y="155428"/>
                    <a:pt x="2351342" y="155428"/>
                  </a:cubicBezTo>
                  <a:lnTo>
                    <a:pt x="2349913" y="156571"/>
                  </a:lnTo>
                  <a:cubicBezTo>
                    <a:pt x="2355818" y="156571"/>
                    <a:pt x="2361819" y="156571"/>
                    <a:pt x="2367725" y="156476"/>
                  </a:cubicBezTo>
                  <a:cubicBezTo>
                    <a:pt x="2361343" y="161333"/>
                    <a:pt x="2356295" y="166477"/>
                    <a:pt x="2358390" y="174859"/>
                  </a:cubicBezTo>
                  <a:cubicBezTo>
                    <a:pt x="2361248" y="174668"/>
                    <a:pt x="2366296" y="176288"/>
                    <a:pt x="2369344" y="175811"/>
                  </a:cubicBezTo>
                  <a:cubicBezTo>
                    <a:pt x="2367534" y="181050"/>
                    <a:pt x="2360105" y="181050"/>
                    <a:pt x="2353913" y="180479"/>
                  </a:cubicBezTo>
                  <a:cubicBezTo>
                    <a:pt x="2354961" y="186860"/>
                    <a:pt x="2358295" y="196671"/>
                    <a:pt x="2363343" y="202005"/>
                  </a:cubicBezTo>
                  <a:cubicBezTo>
                    <a:pt x="2388013" y="199910"/>
                    <a:pt x="2378964" y="162667"/>
                    <a:pt x="2395347" y="156761"/>
                  </a:cubicBezTo>
                  <a:cubicBezTo>
                    <a:pt x="2398776" y="162762"/>
                    <a:pt x="2399538" y="166382"/>
                    <a:pt x="2401538" y="172859"/>
                  </a:cubicBezTo>
                  <a:cubicBezTo>
                    <a:pt x="2403539" y="179431"/>
                    <a:pt x="2399157" y="190099"/>
                    <a:pt x="2412397" y="185908"/>
                  </a:cubicBezTo>
                  <a:cubicBezTo>
                    <a:pt x="2420112" y="183336"/>
                    <a:pt x="2422398" y="157333"/>
                    <a:pt x="2418683" y="150475"/>
                  </a:cubicBezTo>
                  <a:cubicBezTo>
                    <a:pt x="2416112" y="145712"/>
                    <a:pt x="2410301" y="145046"/>
                    <a:pt x="2406110" y="142093"/>
                  </a:cubicBezTo>
                  <a:cubicBezTo>
                    <a:pt x="2397157" y="135521"/>
                    <a:pt x="2400681" y="142379"/>
                    <a:pt x="2397633" y="129425"/>
                  </a:cubicBezTo>
                  <a:cubicBezTo>
                    <a:pt x="2395919" y="121805"/>
                    <a:pt x="2397157" y="117995"/>
                    <a:pt x="2389061" y="112470"/>
                  </a:cubicBezTo>
                  <a:cubicBezTo>
                    <a:pt x="2382774" y="108089"/>
                    <a:pt x="2375154" y="111994"/>
                    <a:pt x="2376488" y="103040"/>
                  </a:cubicBezTo>
                  <a:cubicBezTo>
                    <a:pt x="2370201" y="103040"/>
                    <a:pt x="2363724" y="105231"/>
                    <a:pt x="2357914" y="106279"/>
                  </a:cubicBezTo>
                  <a:cubicBezTo>
                    <a:pt x="2358390" y="109136"/>
                    <a:pt x="2357057" y="112756"/>
                    <a:pt x="2357723" y="115423"/>
                  </a:cubicBezTo>
                  <a:cubicBezTo>
                    <a:pt x="2356771" y="114280"/>
                    <a:pt x="2354866" y="112851"/>
                    <a:pt x="2353723" y="111518"/>
                  </a:cubicBezTo>
                  <a:cubicBezTo>
                    <a:pt x="2346579" y="116566"/>
                    <a:pt x="2344960" y="128377"/>
                    <a:pt x="2333435" y="127234"/>
                  </a:cubicBezTo>
                  <a:cubicBezTo>
                    <a:pt x="2338864" y="135140"/>
                    <a:pt x="2353342" y="126758"/>
                    <a:pt x="2361152" y="133425"/>
                  </a:cubicBezTo>
                  <a:close/>
                  <a:moveTo>
                    <a:pt x="2398014" y="96754"/>
                  </a:moveTo>
                  <a:cubicBezTo>
                    <a:pt x="2398014" y="113518"/>
                    <a:pt x="2399252" y="111613"/>
                    <a:pt x="2413826" y="117233"/>
                  </a:cubicBezTo>
                  <a:cubicBezTo>
                    <a:pt x="2418969" y="119138"/>
                    <a:pt x="2417350" y="121995"/>
                    <a:pt x="2423351" y="123329"/>
                  </a:cubicBezTo>
                  <a:cubicBezTo>
                    <a:pt x="2428304" y="124376"/>
                    <a:pt x="2435638" y="123519"/>
                    <a:pt x="2440305" y="122852"/>
                  </a:cubicBezTo>
                  <a:cubicBezTo>
                    <a:pt x="2440210" y="117518"/>
                    <a:pt x="2437448" y="115137"/>
                    <a:pt x="2437733" y="110184"/>
                  </a:cubicBezTo>
                  <a:cubicBezTo>
                    <a:pt x="2438591" y="99897"/>
                    <a:pt x="2447925" y="97421"/>
                    <a:pt x="2450973" y="89610"/>
                  </a:cubicBezTo>
                  <a:cubicBezTo>
                    <a:pt x="2440591" y="87229"/>
                    <a:pt x="2439353" y="96087"/>
                    <a:pt x="2431923" y="95516"/>
                  </a:cubicBezTo>
                  <a:cubicBezTo>
                    <a:pt x="2423255" y="94849"/>
                    <a:pt x="2426399" y="86181"/>
                    <a:pt x="2416588" y="86086"/>
                  </a:cubicBezTo>
                  <a:cubicBezTo>
                    <a:pt x="2416493" y="91325"/>
                    <a:pt x="2412683" y="95420"/>
                    <a:pt x="2406301" y="95611"/>
                  </a:cubicBezTo>
                  <a:cubicBezTo>
                    <a:pt x="2405539" y="93134"/>
                    <a:pt x="2402396" y="91229"/>
                    <a:pt x="2401729" y="88372"/>
                  </a:cubicBezTo>
                  <a:cubicBezTo>
                    <a:pt x="2400110" y="88372"/>
                    <a:pt x="2398490" y="88372"/>
                    <a:pt x="2396871" y="88372"/>
                  </a:cubicBezTo>
                  <a:cubicBezTo>
                    <a:pt x="2396585" y="91515"/>
                    <a:pt x="2395728" y="95897"/>
                    <a:pt x="2396490" y="99040"/>
                  </a:cubicBezTo>
                  <a:lnTo>
                    <a:pt x="2397919" y="96659"/>
                  </a:lnTo>
                  <a:close/>
                  <a:moveTo>
                    <a:pt x="4115467" y="1454257"/>
                  </a:moveTo>
                  <a:cubicBezTo>
                    <a:pt x="4126992" y="1452638"/>
                    <a:pt x="4159282" y="1462448"/>
                    <a:pt x="4160044" y="1450161"/>
                  </a:cubicBezTo>
                  <a:cubicBezTo>
                    <a:pt x="4160901" y="1445685"/>
                    <a:pt x="4153376" y="1426158"/>
                    <a:pt x="4145756" y="1424539"/>
                  </a:cubicBezTo>
                  <a:cubicBezTo>
                    <a:pt x="4144042" y="1423872"/>
                    <a:pt x="4142137" y="1432064"/>
                    <a:pt x="4134898" y="1433778"/>
                  </a:cubicBezTo>
                  <a:cubicBezTo>
                    <a:pt x="4131278" y="1434540"/>
                    <a:pt x="4121277" y="1437112"/>
                    <a:pt x="4117372" y="1437112"/>
                  </a:cubicBezTo>
                  <a:cubicBezTo>
                    <a:pt x="4111847" y="1437112"/>
                    <a:pt x="4093083" y="1434064"/>
                    <a:pt x="4089178" y="1436160"/>
                  </a:cubicBezTo>
                  <a:cubicBezTo>
                    <a:pt x="4086225" y="1437588"/>
                    <a:pt x="4079272" y="1444256"/>
                    <a:pt x="4077462" y="1446637"/>
                  </a:cubicBezTo>
                  <a:cubicBezTo>
                    <a:pt x="4075462" y="1448828"/>
                    <a:pt x="4075557" y="1467973"/>
                    <a:pt x="4074700" y="1471021"/>
                  </a:cubicBezTo>
                  <a:cubicBezTo>
                    <a:pt x="4073462" y="1476069"/>
                    <a:pt x="4072319" y="1482165"/>
                    <a:pt x="4074224" y="1488071"/>
                  </a:cubicBezTo>
                  <a:cubicBezTo>
                    <a:pt x="4075367" y="1491785"/>
                    <a:pt x="4072890" y="1502072"/>
                    <a:pt x="4074986" y="1505311"/>
                  </a:cubicBezTo>
                  <a:cubicBezTo>
                    <a:pt x="4077367" y="1509121"/>
                    <a:pt x="4088606" y="1515217"/>
                    <a:pt x="4092035" y="1518265"/>
                  </a:cubicBezTo>
                  <a:cubicBezTo>
                    <a:pt x="4094226" y="1520170"/>
                    <a:pt x="4091178" y="1529314"/>
                    <a:pt x="4095464" y="1535791"/>
                  </a:cubicBezTo>
                  <a:cubicBezTo>
                    <a:pt x="4098322" y="1539315"/>
                    <a:pt x="4111562" y="1553984"/>
                    <a:pt x="4117372" y="1553222"/>
                  </a:cubicBezTo>
                  <a:cubicBezTo>
                    <a:pt x="4128040" y="1552460"/>
                    <a:pt x="4114038" y="1525980"/>
                    <a:pt x="4120515" y="1525980"/>
                  </a:cubicBezTo>
                  <a:cubicBezTo>
                    <a:pt x="4124706" y="1525980"/>
                    <a:pt x="4145566" y="1541220"/>
                    <a:pt x="4145566" y="1541220"/>
                  </a:cubicBezTo>
                  <a:cubicBezTo>
                    <a:pt x="4152995" y="1545792"/>
                    <a:pt x="4159949" y="1535791"/>
                    <a:pt x="4160520" y="1532457"/>
                  </a:cubicBezTo>
                  <a:cubicBezTo>
                    <a:pt x="4163092" y="1527504"/>
                    <a:pt x="4154615" y="1518265"/>
                    <a:pt x="4154615" y="1518265"/>
                  </a:cubicBezTo>
                  <a:cubicBezTo>
                    <a:pt x="4149185" y="1513407"/>
                    <a:pt x="4161092" y="1510073"/>
                    <a:pt x="4157853" y="1503120"/>
                  </a:cubicBezTo>
                  <a:cubicBezTo>
                    <a:pt x="4156234" y="1496643"/>
                    <a:pt x="4131183" y="1495405"/>
                    <a:pt x="4131469" y="1493214"/>
                  </a:cubicBezTo>
                  <a:cubicBezTo>
                    <a:pt x="4125659" y="1489404"/>
                    <a:pt x="4130897" y="1484261"/>
                    <a:pt x="4135088" y="1483880"/>
                  </a:cubicBezTo>
                  <a:cubicBezTo>
                    <a:pt x="4140042" y="1482832"/>
                    <a:pt x="4159282" y="1486071"/>
                    <a:pt x="4158520" y="1483880"/>
                  </a:cubicBezTo>
                  <a:cubicBezTo>
                    <a:pt x="4156710" y="1478355"/>
                    <a:pt x="4152995" y="1477689"/>
                    <a:pt x="4149090" y="1473212"/>
                  </a:cubicBezTo>
                  <a:lnTo>
                    <a:pt x="4144899" y="1467878"/>
                  </a:lnTo>
                  <a:cubicBezTo>
                    <a:pt x="4143851" y="1466830"/>
                    <a:pt x="4113086" y="1463496"/>
                    <a:pt x="4112514" y="1458353"/>
                  </a:cubicBezTo>
                  <a:cubicBezTo>
                    <a:pt x="4112514" y="1458353"/>
                    <a:pt x="4112324" y="1454733"/>
                    <a:pt x="4115467" y="1454257"/>
                  </a:cubicBezTo>
                  <a:close/>
                  <a:moveTo>
                    <a:pt x="4202335" y="1487499"/>
                  </a:moveTo>
                  <a:lnTo>
                    <a:pt x="4201382" y="1486166"/>
                  </a:lnTo>
                  <a:cubicBezTo>
                    <a:pt x="4200430" y="1486166"/>
                    <a:pt x="4199668" y="1485689"/>
                    <a:pt x="4198715" y="1485880"/>
                  </a:cubicBezTo>
                  <a:lnTo>
                    <a:pt x="4202335" y="1487594"/>
                  </a:lnTo>
                  <a:close/>
                  <a:moveTo>
                    <a:pt x="4123563" y="1206702"/>
                  </a:moveTo>
                  <a:lnTo>
                    <a:pt x="4124992" y="1206702"/>
                  </a:lnTo>
                  <a:cubicBezTo>
                    <a:pt x="4136803" y="1209655"/>
                    <a:pt x="4136231" y="1215084"/>
                    <a:pt x="4142042" y="1225562"/>
                  </a:cubicBezTo>
                  <a:cubicBezTo>
                    <a:pt x="4144899" y="1230705"/>
                    <a:pt x="4167759" y="1274330"/>
                    <a:pt x="4178808" y="1260900"/>
                  </a:cubicBezTo>
                  <a:cubicBezTo>
                    <a:pt x="4181475" y="1257566"/>
                    <a:pt x="4169283" y="1228705"/>
                    <a:pt x="4166902" y="1224323"/>
                  </a:cubicBezTo>
                  <a:cubicBezTo>
                    <a:pt x="4156805" y="1206036"/>
                    <a:pt x="4134707" y="1193653"/>
                    <a:pt x="4116705" y="1185557"/>
                  </a:cubicBezTo>
                  <a:cubicBezTo>
                    <a:pt x="4118324" y="1192510"/>
                    <a:pt x="4120896" y="1199559"/>
                    <a:pt x="4123468" y="1206607"/>
                  </a:cubicBezTo>
                  <a:close/>
                  <a:moveTo>
                    <a:pt x="4283964" y="1417967"/>
                  </a:moveTo>
                  <a:cubicBezTo>
                    <a:pt x="4277582" y="1392440"/>
                    <a:pt x="4257580" y="1372914"/>
                    <a:pt x="4242816" y="1390821"/>
                  </a:cubicBezTo>
                  <a:cubicBezTo>
                    <a:pt x="4246531" y="1394059"/>
                    <a:pt x="4249960" y="1397488"/>
                    <a:pt x="4253484" y="1400917"/>
                  </a:cubicBezTo>
                  <a:cubicBezTo>
                    <a:pt x="4263104" y="1415776"/>
                    <a:pt x="4265867" y="1419777"/>
                    <a:pt x="4283964" y="1417967"/>
                  </a:cubicBezTo>
                  <a:close/>
                  <a:moveTo>
                    <a:pt x="4614387" y="1533410"/>
                  </a:moveTo>
                  <a:cubicBezTo>
                    <a:pt x="4612577" y="1529028"/>
                    <a:pt x="4582763" y="1489309"/>
                    <a:pt x="4571714" y="1490262"/>
                  </a:cubicBezTo>
                  <a:cubicBezTo>
                    <a:pt x="4555522" y="1492357"/>
                    <a:pt x="4584478" y="1508835"/>
                    <a:pt x="4585335" y="1514836"/>
                  </a:cubicBezTo>
                  <a:cubicBezTo>
                    <a:pt x="4589907" y="1523789"/>
                    <a:pt x="4531710" y="1540363"/>
                    <a:pt x="4528471" y="1532362"/>
                  </a:cubicBezTo>
                  <a:cubicBezTo>
                    <a:pt x="4525804" y="1525694"/>
                    <a:pt x="4517231" y="1527409"/>
                    <a:pt x="4512564" y="1528362"/>
                  </a:cubicBezTo>
                  <a:lnTo>
                    <a:pt x="4509040" y="1528171"/>
                  </a:lnTo>
                  <a:lnTo>
                    <a:pt x="4504373" y="1525599"/>
                  </a:lnTo>
                  <a:cubicBezTo>
                    <a:pt x="4501325" y="1520837"/>
                    <a:pt x="4497801" y="1511788"/>
                    <a:pt x="4490657" y="1511788"/>
                  </a:cubicBezTo>
                  <a:lnTo>
                    <a:pt x="4464939" y="1506549"/>
                  </a:lnTo>
                  <a:cubicBezTo>
                    <a:pt x="4460367" y="1506549"/>
                    <a:pt x="4454462" y="1501120"/>
                    <a:pt x="4448461" y="1501120"/>
                  </a:cubicBezTo>
                  <a:cubicBezTo>
                    <a:pt x="4444175" y="1501120"/>
                    <a:pt x="4440174" y="1496739"/>
                    <a:pt x="4435221" y="1496739"/>
                  </a:cubicBezTo>
                  <a:cubicBezTo>
                    <a:pt x="4432173" y="1496739"/>
                    <a:pt x="4428649" y="1490357"/>
                    <a:pt x="4425601" y="1490357"/>
                  </a:cubicBezTo>
                  <a:cubicBezTo>
                    <a:pt x="4418934" y="1490357"/>
                    <a:pt x="4421886" y="1485975"/>
                    <a:pt x="4414647" y="1485975"/>
                  </a:cubicBezTo>
                  <a:lnTo>
                    <a:pt x="4399121" y="1485975"/>
                  </a:lnTo>
                  <a:cubicBezTo>
                    <a:pt x="4396264" y="1485975"/>
                    <a:pt x="4390359" y="1482737"/>
                    <a:pt x="4387406" y="1482737"/>
                  </a:cubicBezTo>
                  <a:cubicBezTo>
                    <a:pt x="4382072" y="1482737"/>
                    <a:pt x="4382453" y="1481022"/>
                    <a:pt x="4375690" y="1477117"/>
                  </a:cubicBezTo>
                  <a:lnTo>
                    <a:pt x="4368927" y="1473212"/>
                  </a:lnTo>
                  <a:lnTo>
                    <a:pt x="4359783" y="1472069"/>
                  </a:lnTo>
                  <a:lnTo>
                    <a:pt x="4350449" y="1472069"/>
                  </a:lnTo>
                  <a:lnTo>
                    <a:pt x="4345020" y="1473212"/>
                  </a:lnTo>
                  <a:cubicBezTo>
                    <a:pt x="4340352" y="1473212"/>
                    <a:pt x="4340638" y="1467878"/>
                    <a:pt x="4336066" y="1467878"/>
                  </a:cubicBezTo>
                  <a:cubicBezTo>
                    <a:pt x="4332542" y="1467878"/>
                    <a:pt x="4330922" y="1463687"/>
                    <a:pt x="4327494" y="1463687"/>
                  </a:cubicBezTo>
                  <a:cubicBezTo>
                    <a:pt x="4322160" y="1463687"/>
                    <a:pt x="4320540" y="1462544"/>
                    <a:pt x="4315302" y="1462544"/>
                  </a:cubicBezTo>
                  <a:cubicBezTo>
                    <a:pt x="4307967" y="1462544"/>
                    <a:pt x="4313682" y="1471878"/>
                    <a:pt x="4314159" y="1475402"/>
                  </a:cubicBezTo>
                  <a:cubicBezTo>
                    <a:pt x="4315397" y="1479498"/>
                    <a:pt x="4321779" y="1478927"/>
                    <a:pt x="4325874" y="1481689"/>
                  </a:cubicBezTo>
                  <a:cubicBezTo>
                    <a:pt x="4329779" y="1484166"/>
                    <a:pt x="4333399" y="1484166"/>
                    <a:pt x="4333780" y="1487214"/>
                  </a:cubicBezTo>
                  <a:cubicBezTo>
                    <a:pt x="4334066" y="1491119"/>
                    <a:pt x="4338638" y="1501120"/>
                    <a:pt x="4335113" y="1501120"/>
                  </a:cubicBezTo>
                  <a:cubicBezTo>
                    <a:pt x="4331589" y="1501120"/>
                    <a:pt x="4316254" y="1488166"/>
                    <a:pt x="4312920" y="1488166"/>
                  </a:cubicBezTo>
                  <a:cubicBezTo>
                    <a:pt x="4308539" y="1488166"/>
                    <a:pt x="4292632" y="1460448"/>
                    <a:pt x="4288727" y="1460448"/>
                  </a:cubicBezTo>
                  <a:lnTo>
                    <a:pt x="4278154" y="1460448"/>
                  </a:lnTo>
                  <a:cubicBezTo>
                    <a:pt x="4269010" y="1460448"/>
                    <a:pt x="4268915" y="1463687"/>
                    <a:pt x="4262914" y="1463687"/>
                  </a:cubicBezTo>
                  <a:cubicBezTo>
                    <a:pt x="4255008" y="1463687"/>
                    <a:pt x="4257199" y="1454067"/>
                    <a:pt x="4257199" y="1454067"/>
                  </a:cubicBezTo>
                  <a:lnTo>
                    <a:pt x="4257199" y="1438922"/>
                  </a:lnTo>
                  <a:cubicBezTo>
                    <a:pt x="4252055" y="1434826"/>
                    <a:pt x="4250531" y="1434445"/>
                    <a:pt x="4245769" y="1434064"/>
                  </a:cubicBezTo>
                  <a:cubicBezTo>
                    <a:pt x="4242912" y="1434255"/>
                    <a:pt x="4241959" y="1435874"/>
                    <a:pt x="4241006" y="1438255"/>
                  </a:cubicBezTo>
                  <a:lnTo>
                    <a:pt x="4237768" y="1448733"/>
                  </a:lnTo>
                  <a:cubicBezTo>
                    <a:pt x="4239006" y="1452257"/>
                    <a:pt x="4231958" y="1452257"/>
                    <a:pt x="4233196" y="1455972"/>
                  </a:cubicBezTo>
                  <a:cubicBezTo>
                    <a:pt x="4234339" y="1459210"/>
                    <a:pt x="4238339" y="1473307"/>
                    <a:pt x="4242721" y="1476450"/>
                  </a:cubicBezTo>
                  <a:cubicBezTo>
                    <a:pt x="4246626" y="1480451"/>
                    <a:pt x="4262438" y="1485594"/>
                    <a:pt x="4263009" y="1487214"/>
                  </a:cubicBezTo>
                  <a:cubicBezTo>
                    <a:pt x="4264152" y="1490262"/>
                    <a:pt x="4269581" y="1492452"/>
                    <a:pt x="4270724" y="1495691"/>
                  </a:cubicBezTo>
                  <a:cubicBezTo>
                    <a:pt x="4272439" y="1500453"/>
                    <a:pt x="4280916" y="1505883"/>
                    <a:pt x="4282631" y="1510835"/>
                  </a:cubicBezTo>
                  <a:cubicBezTo>
                    <a:pt x="4284345" y="1515503"/>
                    <a:pt x="4309205" y="1521027"/>
                    <a:pt x="4311015" y="1526076"/>
                  </a:cubicBezTo>
                  <a:cubicBezTo>
                    <a:pt x="4312349" y="1529790"/>
                    <a:pt x="4327779" y="1558270"/>
                    <a:pt x="4332732" y="1556460"/>
                  </a:cubicBezTo>
                  <a:cubicBezTo>
                    <a:pt x="4341400" y="1558080"/>
                    <a:pt x="4333304" y="1541601"/>
                    <a:pt x="4337114" y="1535791"/>
                  </a:cubicBezTo>
                  <a:cubicBezTo>
                    <a:pt x="4341686" y="1531695"/>
                    <a:pt x="4343972" y="1524075"/>
                    <a:pt x="4350163" y="1525980"/>
                  </a:cubicBezTo>
                  <a:cubicBezTo>
                    <a:pt x="4358354" y="1527218"/>
                    <a:pt x="4371689" y="1529885"/>
                    <a:pt x="4373023" y="1533505"/>
                  </a:cubicBezTo>
                  <a:cubicBezTo>
                    <a:pt x="4375595" y="1540554"/>
                    <a:pt x="4391597" y="1541792"/>
                    <a:pt x="4393883" y="1547888"/>
                  </a:cubicBezTo>
                  <a:cubicBezTo>
                    <a:pt x="4395883" y="1553127"/>
                    <a:pt x="4403503" y="1561032"/>
                    <a:pt x="4405122" y="1565318"/>
                  </a:cubicBezTo>
                  <a:cubicBezTo>
                    <a:pt x="4406551" y="1569129"/>
                    <a:pt x="4390835" y="1581416"/>
                    <a:pt x="4391787" y="1584273"/>
                  </a:cubicBezTo>
                  <a:cubicBezTo>
                    <a:pt x="4394073" y="1590369"/>
                    <a:pt x="4419124" y="1593703"/>
                    <a:pt x="4419124" y="1593703"/>
                  </a:cubicBezTo>
                  <a:lnTo>
                    <a:pt x="4424553" y="1595037"/>
                  </a:lnTo>
                  <a:cubicBezTo>
                    <a:pt x="4424553" y="1595037"/>
                    <a:pt x="4433888" y="1598561"/>
                    <a:pt x="4433983" y="1592465"/>
                  </a:cubicBezTo>
                  <a:cubicBezTo>
                    <a:pt x="4433507" y="1589036"/>
                    <a:pt x="4433507" y="1583606"/>
                    <a:pt x="4438936" y="1584559"/>
                  </a:cubicBezTo>
                  <a:lnTo>
                    <a:pt x="4451223" y="1592179"/>
                  </a:lnTo>
                  <a:cubicBezTo>
                    <a:pt x="4475512" y="1592179"/>
                    <a:pt x="4455795" y="1593227"/>
                    <a:pt x="4492657" y="1593227"/>
                  </a:cubicBezTo>
                  <a:cubicBezTo>
                    <a:pt x="4498372" y="1593227"/>
                    <a:pt x="4492467" y="1572081"/>
                    <a:pt x="4498658" y="1572081"/>
                  </a:cubicBezTo>
                  <a:cubicBezTo>
                    <a:pt x="4513803" y="1572081"/>
                    <a:pt x="4506182" y="1579797"/>
                    <a:pt x="4520946" y="1579797"/>
                  </a:cubicBezTo>
                  <a:cubicBezTo>
                    <a:pt x="4531900" y="1579797"/>
                    <a:pt x="4539139" y="1600847"/>
                    <a:pt x="4549617" y="1600847"/>
                  </a:cubicBezTo>
                  <a:cubicBezTo>
                    <a:pt x="4560094" y="1600847"/>
                    <a:pt x="4564761" y="1614372"/>
                    <a:pt x="4574381" y="1614372"/>
                  </a:cubicBezTo>
                  <a:cubicBezTo>
                    <a:pt x="4585716" y="1614372"/>
                    <a:pt x="4589050" y="1613420"/>
                    <a:pt x="4598194" y="1613420"/>
                  </a:cubicBezTo>
                  <a:cubicBezTo>
                    <a:pt x="4606576" y="1613420"/>
                    <a:pt x="4610195" y="1621897"/>
                    <a:pt x="4617149" y="1624564"/>
                  </a:cubicBezTo>
                  <a:cubicBezTo>
                    <a:pt x="4629722" y="1627707"/>
                    <a:pt x="4628769" y="1615134"/>
                    <a:pt x="4628769" y="1615134"/>
                  </a:cubicBezTo>
                  <a:cubicBezTo>
                    <a:pt x="4628769" y="1615134"/>
                    <a:pt x="4629150" y="1614182"/>
                    <a:pt x="4623340" y="1597704"/>
                  </a:cubicBezTo>
                  <a:cubicBezTo>
                    <a:pt x="4621721" y="1591131"/>
                    <a:pt x="4627817" y="1587512"/>
                    <a:pt x="4613053" y="1581035"/>
                  </a:cubicBezTo>
                  <a:cubicBezTo>
                    <a:pt x="4590003" y="1570843"/>
                    <a:pt x="4606386" y="1593322"/>
                    <a:pt x="4594765" y="1587988"/>
                  </a:cubicBezTo>
                  <a:cubicBezTo>
                    <a:pt x="4587812" y="1585035"/>
                    <a:pt x="4583906" y="1587797"/>
                    <a:pt x="4580573" y="1579797"/>
                  </a:cubicBezTo>
                  <a:cubicBezTo>
                    <a:pt x="4577429" y="1572177"/>
                    <a:pt x="4541806" y="1553412"/>
                    <a:pt x="4538663" y="1545697"/>
                  </a:cubicBezTo>
                  <a:cubicBezTo>
                    <a:pt x="4535805" y="1538553"/>
                    <a:pt x="4616863" y="1540649"/>
                    <a:pt x="4614005" y="1533600"/>
                  </a:cubicBezTo>
                  <a:close/>
                  <a:moveTo>
                    <a:pt x="4218813" y="1497596"/>
                  </a:moveTo>
                  <a:cubicBezTo>
                    <a:pt x="4217194" y="1488738"/>
                    <a:pt x="4210145" y="1479117"/>
                    <a:pt x="4206621" y="1469592"/>
                  </a:cubicBezTo>
                  <a:cubicBezTo>
                    <a:pt x="4201954" y="1456734"/>
                    <a:pt x="4205859" y="1449685"/>
                    <a:pt x="4190905" y="1435588"/>
                  </a:cubicBezTo>
                  <a:cubicBezTo>
                    <a:pt x="4176808" y="1441113"/>
                    <a:pt x="4189952" y="1471593"/>
                    <a:pt x="4201287" y="1486071"/>
                  </a:cubicBezTo>
                  <a:cubicBezTo>
                    <a:pt x="4207383" y="1486928"/>
                    <a:pt x="4212717" y="1492929"/>
                    <a:pt x="4218718" y="1497501"/>
                  </a:cubicBezTo>
                  <a:close/>
                  <a:moveTo>
                    <a:pt x="4644009" y="451941"/>
                  </a:moveTo>
                  <a:cubicBezTo>
                    <a:pt x="4641819" y="448988"/>
                    <a:pt x="4622578" y="443464"/>
                    <a:pt x="4617911" y="439559"/>
                  </a:cubicBezTo>
                  <a:cubicBezTo>
                    <a:pt x="4614101" y="436701"/>
                    <a:pt x="4603528" y="429938"/>
                    <a:pt x="4596194" y="430510"/>
                  </a:cubicBezTo>
                  <a:cubicBezTo>
                    <a:pt x="4593051" y="430700"/>
                    <a:pt x="4583811" y="426700"/>
                    <a:pt x="4581525" y="429938"/>
                  </a:cubicBezTo>
                  <a:cubicBezTo>
                    <a:pt x="4579811" y="432796"/>
                    <a:pt x="4588193" y="443750"/>
                    <a:pt x="4582859" y="442797"/>
                  </a:cubicBezTo>
                  <a:cubicBezTo>
                    <a:pt x="4578954" y="442511"/>
                    <a:pt x="4571524" y="430891"/>
                    <a:pt x="4569047" y="429272"/>
                  </a:cubicBezTo>
                  <a:cubicBezTo>
                    <a:pt x="4558761" y="422223"/>
                    <a:pt x="4572572" y="426224"/>
                    <a:pt x="4560761" y="419366"/>
                  </a:cubicBezTo>
                  <a:cubicBezTo>
                    <a:pt x="4558761" y="417746"/>
                    <a:pt x="4552474" y="415460"/>
                    <a:pt x="4541806" y="412317"/>
                  </a:cubicBezTo>
                  <a:cubicBezTo>
                    <a:pt x="4535043" y="410222"/>
                    <a:pt x="4535901" y="407650"/>
                    <a:pt x="4527042" y="405269"/>
                  </a:cubicBezTo>
                  <a:cubicBezTo>
                    <a:pt x="4523613" y="404316"/>
                    <a:pt x="4520184" y="402125"/>
                    <a:pt x="4516565" y="401268"/>
                  </a:cubicBezTo>
                  <a:cubicBezTo>
                    <a:pt x="4508469" y="399173"/>
                    <a:pt x="4505135" y="397268"/>
                    <a:pt x="4496753" y="395267"/>
                  </a:cubicBezTo>
                  <a:cubicBezTo>
                    <a:pt x="4491419" y="393839"/>
                    <a:pt x="4488180" y="385552"/>
                    <a:pt x="4483037" y="384218"/>
                  </a:cubicBezTo>
                  <a:cubicBezTo>
                    <a:pt x="4478751" y="383075"/>
                    <a:pt x="4470083" y="376313"/>
                    <a:pt x="4465987" y="375265"/>
                  </a:cubicBezTo>
                  <a:cubicBezTo>
                    <a:pt x="4455224" y="372598"/>
                    <a:pt x="4451699" y="375265"/>
                    <a:pt x="4444175" y="373265"/>
                  </a:cubicBezTo>
                  <a:cubicBezTo>
                    <a:pt x="4435031" y="370883"/>
                    <a:pt x="4427506" y="365930"/>
                    <a:pt x="4426458" y="365359"/>
                  </a:cubicBezTo>
                  <a:cubicBezTo>
                    <a:pt x="4424839" y="364502"/>
                    <a:pt x="4413980" y="355834"/>
                    <a:pt x="4409885" y="356977"/>
                  </a:cubicBezTo>
                  <a:cubicBezTo>
                    <a:pt x="4407313" y="357644"/>
                    <a:pt x="4392073" y="358215"/>
                    <a:pt x="4389025" y="359549"/>
                  </a:cubicBezTo>
                  <a:cubicBezTo>
                    <a:pt x="4384929" y="359549"/>
                    <a:pt x="4367689" y="356120"/>
                    <a:pt x="4364641" y="357453"/>
                  </a:cubicBezTo>
                  <a:cubicBezTo>
                    <a:pt x="4362641" y="358406"/>
                    <a:pt x="4354163" y="356405"/>
                    <a:pt x="4352259" y="357453"/>
                  </a:cubicBezTo>
                  <a:cubicBezTo>
                    <a:pt x="4349211" y="359072"/>
                    <a:pt x="4352735" y="362692"/>
                    <a:pt x="4349972" y="364406"/>
                  </a:cubicBezTo>
                  <a:cubicBezTo>
                    <a:pt x="4347782" y="365645"/>
                    <a:pt x="4367594" y="381170"/>
                    <a:pt x="4367594" y="381170"/>
                  </a:cubicBezTo>
                  <a:cubicBezTo>
                    <a:pt x="4370737" y="384790"/>
                    <a:pt x="4372356" y="387171"/>
                    <a:pt x="4370928" y="388124"/>
                  </a:cubicBezTo>
                  <a:cubicBezTo>
                    <a:pt x="4366641" y="391553"/>
                    <a:pt x="4364451" y="392886"/>
                    <a:pt x="4362164" y="393077"/>
                  </a:cubicBezTo>
                  <a:cubicBezTo>
                    <a:pt x="4353782" y="394029"/>
                    <a:pt x="4351973" y="383075"/>
                    <a:pt x="4341305" y="378218"/>
                  </a:cubicBezTo>
                  <a:cubicBezTo>
                    <a:pt x="4332637" y="374312"/>
                    <a:pt x="4338257" y="368216"/>
                    <a:pt x="4329208" y="364406"/>
                  </a:cubicBezTo>
                  <a:cubicBezTo>
                    <a:pt x="4321969" y="361358"/>
                    <a:pt x="4315492" y="367073"/>
                    <a:pt x="4311587" y="368216"/>
                  </a:cubicBezTo>
                  <a:cubicBezTo>
                    <a:pt x="4305681" y="370312"/>
                    <a:pt x="4283869" y="370407"/>
                    <a:pt x="4291775" y="365264"/>
                  </a:cubicBezTo>
                  <a:cubicBezTo>
                    <a:pt x="4304157" y="357167"/>
                    <a:pt x="4267486" y="361168"/>
                    <a:pt x="4267486" y="365264"/>
                  </a:cubicBezTo>
                  <a:cubicBezTo>
                    <a:pt x="4267486" y="367645"/>
                    <a:pt x="4257866" y="366216"/>
                    <a:pt x="4257580" y="367835"/>
                  </a:cubicBezTo>
                  <a:lnTo>
                    <a:pt x="4254722" y="369074"/>
                  </a:lnTo>
                  <a:cubicBezTo>
                    <a:pt x="4252532" y="370121"/>
                    <a:pt x="4256913" y="372884"/>
                    <a:pt x="4253675" y="374122"/>
                  </a:cubicBezTo>
                  <a:cubicBezTo>
                    <a:pt x="4251865" y="375741"/>
                    <a:pt x="4259676" y="386695"/>
                    <a:pt x="4260533" y="389838"/>
                  </a:cubicBezTo>
                  <a:cubicBezTo>
                    <a:pt x="4259771" y="392124"/>
                    <a:pt x="4255199" y="392600"/>
                    <a:pt x="4253389" y="391934"/>
                  </a:cubicBezTo>
                  <a:cubicBezTo>
                    <a:pt x="4250055" y="391076"/>
                    <a:pt x="4243102" y="372598"/>
                    <a:pt x="4238530" y="371074"/>
                  </a:cubicBezTo>
                  <a:cubicBezTo>
                    <a:pt x="4237292" y="370788"/>
                    <a:pt x="4229005" y="370883"/>
                    <a:pt x="4225671" y="367169"/>
                  </a:cubicBezTo>
                  <a:cubicBezTo>
                    <a:pt x="4224338" y="365454"/>
                    <a:pt x="4225100" y="361168"/>
                    <a:pt x="4223671" y="359263"/>
                  </a:cubicBezTo>
                  <a:lnTo>
                    <a:pt x="4224147" y="355167"/>
                  </a:lnTo>
                  <a:lnTo>
                    <a:pt x="4226624" y="353167"/>
                  </a:lnTo>
                  <a:lnTo>
                    <a:pt x="4225386" y="347452"/>
                  </a:lnTo>
                  <a:cubicBezTo>
                    <a:pt x="4221861" y="340975"/>
                    <a:pt x="4217480" y="343737"/>
                    <a:pt x="4214908" y="342594"/>
                  </a:cubicBezTo>
                  <a:cubicBezTo>
                    <a:pt x="4209193" y="340594"/>
                    <a:pt x="4207669" y="337927"/>
                    <a:pt x="4205669" y="335736"/>
                  </a:cubicBezTo>
                  <a:cubicBezTo>
                    <a:pt x="4203287" y="333641"/>
                    <a:pt x="4202526" y="332593"/>
                    <a:pt x="4200430" y="332117"/>
                  </a:cubicBezTo>
                  <a:cubicBezTo>
                    <a:pt x="4197572" y="331640"/>
                    <a:pt x="4194620" y="331164"/>
                    <a:pt x="4191762" y="330974"/>
                  </a:cubicBezTo>
                  <a:cubicBezTo>
                    <a:pt x="4187476" y="330593"/>
                    <a:pt x="4183380" y="330402"/>
                    <a:pt x="4179570" y="330497"/>
                  </a:cubicBezTo>
                  <a:cubicBezTo>
                    <a:pt x="4170426" y="330688"/>
                    <a:pt x="4170045" y="332974"/>
                    <a:pt x="4166426" y="331831"/>
                  </a:cubicBezTo>
                  <a:cubicBezTo>
                    <a:pt x="4164330" y="331259"/>
                    <a:pt x="4157663" y="334688"/>
                    <a:pt x="4151186" y="334784"/>
                  </a:cubicBezTo>
                  <a:cubicBezTo>
                    <a:pt x="4137851" y="335260"/>
                    <a:pt x="4142518" y="341737"/>
                    <a:pt x="4138613" y="340594"/>
                  </a:cubicBezTo>
                  <a:cubicBezTo>
                    <a:pt x="4135088" y="339641"/>
                    <a:pt x="4129183" y="341356"/>
                    <a:pt x="4120515" y="336689"/>
                  </a:cubicBezTo>
                  <a:cubicBezTo>
                    <a:pt x="4114991" y="333736"/>
                    <a:pt x="4124706" y="325544"/>
                    <a:pt x="4118515" y="322211"/>
                  </a:cubicBezTo>
                  <a:cubicBezTo>
                    <a:pt x="4112705" y="319067"/>
                    <a:pt x="4108418" y="324020"/>
                    <a:pt x="4103084" y="321258"/>
                  </a:cubicBezTo>
                  <a:cubicBezTo>
                    <a:pt x="4095655" y="317353"/>
                    <a:pt x="4088225" y="318210"/>
                    <a:pt x="4085082" y="317353"/>
                  </a:cubicBezTo>
                  <a:cubicBezTo>
                    <a:pt x="4080415" y="316115"/>
                    <a:pt x="4091750" y="308590"/>
                    <a:pt x="4084892" y="306875"/>
                  </a:cubicBezTo>
                  <a:cubicBezTo>
                    <a:pt x="4079462" y="305542"/>
                    <a:pt x="4075843" y="298779"/>
                    <a:pt x="4070128" y="297350"/>
                  </a:cubicBezTo>
                  <a:cubicBezTo>
                    <a:pt x="4060317" y="294874"/>
                    <a:pt x="4060412" y="298970"/>
                    <a:pt x="4053840" y="297350"/>
                  </a:cubicBezTo>
                  <a:cubicBezTo>
                    <a:pt x="4049935" y="296398"/>
                    <a:pt x="4046315" y="295445"/>
                    <a:pt x="4041362" y="300208"/>
                  </a:cubicBezTo>
                  <a:cubicBezTo>
                    <a:pt x="4035838" y="299541"/>
                    <a:pt x="4045172" y="306590"/>
                    <a:pt x="4039743" y="305923"/>
                  </a:cubicBezTo>
                  <a:cubicBezTo>
                    <a:pt x="4033076" y="305066"/>
                    <a:pt x="4042315" y="311543"/>
                    <a:pt x="4038886" y="310781"/>
                  </a:cubicBezTo>
                  <a:cubicBezTo>
                    <a:pt x="4034980" y="309923"/>
                    <a:pt x="4033266" y="309352"/>
                    <a:pt x="4027075" y="308876"/>
                  </a:cubicBezTo>
                  <a:cubicBezTo>
                    <a:pt x="4022408" y="307828"/>
                    <a:pt x="4019169" y="305923"/>
                    <a:pt x="4020693" y="303161"/>
                  </a:cubicBezTo>
                  <a:cubicBezTo>
                    <a:pt x="4021074" y="299351"/>
                    <a:pt x="4025265" y="293064"/>
                    <a:pt x="4014121" y="289826"/>
                  </a:cubicBezTo>
                  <a:cubicBezTo>
                    <a:pt x="4006025" y="289635"/>
                    <a:pt x="4004786" y="289254"/>
                    <a:pt x="3998309" y="287825"/>
                  </a:cubicBezTo>
                  <a:cubicBezTo>
                    <a:pt x="3997167" y="287444"/>
                    <a:pt x="3988403" y="282206"/>
                    <a:pt x="3984784" y="284111"/>
                  </a:cubicBezTo>
                  <a:cubicBezTo>
                    <a:pt x="3982307" y="285254"/>
                    <a:pt x="3957733" y="277443"/>
                    <a:pt x="3961734" y="284111"/>
                  </a:cubicBezTo>
                  <a:cubicBezTo>
                    <a:pt x="3968115" y="293540"/>
                    <a:pt x="3953732" y="291159"/>
                    <a:pt x="3950494" y="293540"/>
                  </a:cubicBezTo>
                  <a:cubicBezTo>
                    <a:pt x="3948589" y="294779"/>
                    <a:pt x="3955066" y="298398"/>
                    <a:pt x="3952018" y="301065"/>
                  </a:cubicBezTo>
                  <a:cubicBezTo>
                    <a:pt x="3949542" y="302875"/>
                    <a:pt x="3967925" y="316591"/>
                    <a:pt x="3965448" y="318401"/>
                  </a:cubicBezTo>
                  <a:cubicBezTo>
                    <a:pt x="3962305" y="320591"/>
                    <a:pt x="3954018" y="314876"/>
                    <a:pt x="3950970" y="316400"/>
                  </a:cubicBezTo>
                  <a:cubicBezTo>
                    <a:pt x="3944207" y="320306"/>
                    <a:pt x="3952970" y="328307"/>
                    <a:pt x="3951351" y="328021"/>
                  </a:cubicBezTo>
                  <a:cubicBezTo>
                    <a:pt x="3949351" y="331831"/>
                    <a:pt x="3925729" y="317829"/>
                    <a:pt x="3921728" y="317543"/>
                  </a:cubicBezTo>
                  <a:cubicBezTo>
                    <a:pt x="3915251" y="316877"/>
                    <a:pt x="3910775" y="316877"/>
                    <a:pt x="3908679" y="316496"/>
                  </a:cubicBezTo>
                  <a:cubicBezTo>
                    <a:pt x="3901630" y="314972"/>
                    <a:pt x="3910394" y="322592"/>
                    <a:pt x="3905726" y="323258"/>
                  </a:cubicBezTo>
                  <a:cubicBezTo>
                    <a:pt x="3902678" y="323639"/>
                    <a:pt x="3889915" y="312114"/>
                    <a:pt x="3876961" y="307828"/>
                  </a:cubicBezTo>
                  <a:cubicBezTo>
                    <a:pt x="3872960" y="307066"/>
                    <a:pt x="3869531" y="311162"/>
                    <a:pt x="3880390" y="323163"/>
                  </a:cubicBezTo>
                  <a:cubicBezTo>
                    <a:pt x="3887343" y="330878"/>
                    <a:pt x="3878961" y="336212"/>
                    <a:pt x="3871722" y="334879"/>
                  </a:cubicBezTo>
                  <a:cubicBezTo>
                    <a:pt x="3868960" y="334498"/>
                    <a:pt x="3867531" y="334307"/>
                    <a:pt x="3865626" y="333736"/>
                  </a:cubicBezTo>
                  <a:cubicBezTo>
                    <a:pt x="3860006" y="331545"/>
                    <a:pt x="3854196" y="329259"/>
                    <a:pt x="3847338" y="328211"/>
                  </a:cubicBezTo>
                  <a:cubicBezTo>
                    <a:pt x="3844576" y="327735"/>
                    <a:pt x="3844004" y="322115"/>
                    <a:pt x="3843242" y="316591"/>
                  </a:cubicBezTo>
                  <a:cubicBezTo>
                    <a:pt x="3842671" y="311066"/>
                    <a:pt x="3842004" y="305637"/>
                    <a:pt x="3839242" y="305066"/>
                  </a:cubicBezTo>
                  <a:cubicBezTo>
                    <a:pt x="3837432" y="304780"/>
                    <a:pt x="3835337" y="300208"/>
                    <a:pt x="3833241" y="295541"/>
                  </a:cubicBezTo>
                  <a:cubicBezTo>
                    <a:pt x="3831146" y="290969"/>
                    <a:pt x="3828955" y="286301"/>
                    <a:pt x="3827145" y="286016"/>
                  </a:cubicBezTo>
                  <a:cubicBezTo>
                    <a:pt x="3821335" y="285158"/>
                    <a:pt x="3828955" y="283349"/>
                    <a:pt x="3824859" y="279443"/>
                  </a:cubicBezTo>
                  <a:cubicBezTo>
                    <a:pt x="3818668" y="273443"/>
                    <a:pt x="3811524" y="263156"/>
                    <a:pt x="3794665" y="270014"/>
                  </a:cubicBezTo>
                  <a:cubicBezTo>
                    <a:pt x="3785140" y="272300"/>
                    <a:pt x="3782473" y="262298"/>
                    <a:pt x="3778187" y="261917"/>
                  </a:cubicBezTo>
                  <a:cubicBezTo>
                    <a:pt x="3768757" y="261536"/>
                    <a:pt x="3767423" y="256012"/>
                    <a:pt x="3762185" y="257726"/>
                  </a:cubicBezTo>
                  <a:cubicBezTo>
                    <a:pt x="3758375" y="258965"/>
                    <a:pt x="3750469" y="258107"/>
                    <a:pt x="3747992" y="259631"/>
                  </a:cubicBezTo>
                  <a:lnTo>
                    <a:pt x="3752660" y="272776"/>
                  </a:lnTo>
                  <a:cubicBezTo>
                    <a:pt x="3753326" y="276872"/>
                    <a:pt x="3759994" y="281539"/>
                    <a:pt x="3754946" y="284015"/>
                  </a:cubicBezTo>
                  <a:cubicBezTo>
                    <a:pt x="3746849" y="284492"/>
                    <a:pt x="3737134" y="281063"/>
                    <a:pt x="3731990" y="280205"/>
                  </a:cubicBezTo>
                  <a:cubicBezTo>
                    <a:pt x="3729228" y="279729"/>
                    <a:pt x="3710654" y="277729"/>
                    <a:pt x="3707987" y="277253"/>
                  </a:cubicBezTo>
                  <a:cubicBezTo>
                    <a:pt x="3699320" y="275919"/>
                    <a:pt x="3706082" y="263822"/>
                    <a:pt x="3700844" y="263251"/>
                  </a:cubicBezTo>
                  <a:cubicBezTo>
                    <a:pt x="3696748" y="262775"/>
                    <a:pt x="3691604" y="266204"/>
                    <a:pt x="3686651" y="265632"/>
                  </a:cubicBezTo>
                  <a:cubicBezTo>
                    <a:pt x="3681698" y="264965"/>
                    <a:pt x="3681698" y="263251"/>
                    <a:pt x="3678555" y="261060"/>
                  </a:cubicBezTo>
                  <a:lnTo>
                    <a:pt x="3674555" y="259346"/>
                  </a:lnTo>
                  <a:cubicBezTo>
                    <a:pt x="3666554" y="257536"/>
                    <a:pt x="3663792" y="259727"/>
                    <a:pt x="3653504" y="262203"/>
                  </a:cubicBezTo>
                  <a:cubicBezTo>
                    <a:pt x="3648551" y="263346"/>
                    <a:pt x="3647409" y="270204"/>
                    <a:pt x="3639312" y="268775"/>
                  </a:cubicBezTo>
                  <a:cubicBezTo>
                    <a:pt x="3632168" y="269252"/>
                    <a:pt x="3615976" y="261536"/>
                    <a:pt x="3613595" y="259441"/>
                  </a:cubicBezTo>
                  <a:cubicBezTo>
                    <a:pt x="3607308" y="254774"/>
                    <a:pt x="3633788" y="253440"/>
                    <a:pt x="3628168" y="250106"/>
                  </a:cubicBezTo>
                  <a:cubicBezTo>
                    <a:pt x="3625692" y="248487"/>
                    <a:pt x="3629025" y="246773"/>
                    <a:pt x="3627311" y="242582"/>
                  </a:cubicBezTo>
                  <a:cubicBezTo>
                    <a:pt x="3626453" y="239819"/>
                    <a:pt x="3619881" y="233342"/>
                    <a:pt x="3613023" y="235247"/>
                  </a:cubicBezTo>
                  <a:cubicBezTo>
                    <a:pt x="3607308" y="237152"/>
                    <a:pt x="3602355" y="241153"/>
                    <a:pt x="3600926" y="243534"/>
                  </a:cubicBezTo>
                  <a:lnTo>
                    <a:pt x="3593211" y="249154"/>
                  </a:lnTo>
                  <a:lnTo>
                    <a:pt x="3585782" y="260298"/>
                  </a:lnTo>
                  <a:lnTo>
                    <a:pt x="3590830" y="264108"/>
                  </a:lnTo>
                  <a:cubicBezTo>
                    <a:pt x="3590544" y="270680"/>
                    <a:pt x="3589973" y="275729"/>
                    <a:pt x="3580448" y="274490"/>
                  </a:cubicBezTo>
                  <a:cubicBezTo>
                    <a:pt x="3576257" y="274014"/>
                    <a:pt x="3573399" y="274109"/>
                    <a:pt x="3571018" y="274490"/>
                  </a:cubicBezTo>
                  <a:cubicBezTo>
                    <a:pt x="3563779" y="275633"/>
                    <a:pt x="3549015" y="283539"/>
                    <a:pt x="3549110" y="278205"/>
                  </a:cubicBezTo>
                  <a:cubicBezTo>
                    <a:pt x="3549110" y="278205"/>
                    <a:pt x="3544062" y="270395"/>
                    <a:pt x="3555397" y="267251"/>
                  </a:cubicBezTo>
                  <a:cubicBezTo>
                    <a:pt x="3559017" y="265918"/>
                    <a:pt x="3560159" y="264489"/>
                    <a:pt x="3561493" y="262775"/>
                  </a:cubicBezTo>
                  <a:cubicBezTo>
                    <a:pt x="3565493" y="257917"/>
                    <a:pt x="3572447" y="263537"/>
                    <a:pt x="3575304" y="261251"/>
                  </a:cubicBezTo>
                  <a:cubicBezTo>
                    <a:pt x="3580829" y="259441"/>
                    <a:pt x="3578257" y="255059"/>
                    <a:pt x="3584067" y="250106"/>
                  </a:cubicBezTo>
                  <a:cubicBezTo>
                    <a:pt x="3586544" y="247820"/>
                    <a:pt x="3583877" y="247725"/>
                    <a:pt x="3586829" y="245439"/>
                  </a:cubicBezTo>
                  <a:cubicBezTo>
                    <a:pt x="3587401" y="242867"/>
                    <a:pt x="3588258" y="240867"/>
                    <a:pt x="3588258" y="240867"/>
                  </a:cubicBezTo>
                  <a:cubicBezTo>
                    <a:pt x="3590830" y="237152"/>
                    <a:pt x="3596640" y="235152"/>
                    <a:pt x="3604736" y="233438"/>
                  </a:cubicBezTo>
                  <a:cubicBezTo>
                    <a:pt x="3608927" y="228294"/>
                    <a:pt x="3616357" y="224484"/>
                    <a:pt x="3617690" y="223341"/>
                  </a:cubicBezTo>
                  <a:cubicBezTo>
                    <a:pt x="3620548" y="220579"/>
                    <a:pt x="3621691" y="213911"/>
                    <a:pt x="3623501" y="211435"/>
                  </a:cubicBezTo>
                  <a:cubicBezTo>
                    <a:pt x="3625405" y="208482"/>
                    <a:pt x="3616643" y="205815"/>
                    <a:pt x="3617214" y="203243"/>
                  </a:cubicBezTo>
                  <a:cubicBezTo>
                    <a:pt x="3617881" y="200100"/>
                    <a:pt x="3617500" y="197338"/>
                    <a:pt x="3616547" y="194766"/>
                  </a:cubicBezTo>
                  <a:lnTo>
                    <a:pt x="3615214" y="192194"/>
                  </a:lnTo>
                  <a:cubicBezTo>
                    <a:pt x="3611309" y="186289"/>
                    <a:pt x="3616643" y="182860"/>
                    <a:pt x="3609309" y="182384"/>
                  </a:cubicBezTo>
                  <a:cubicBezTo>
                    <a:pt x="3605689" y="182098"/>
                    <a:pt x="3610928" y="176288"/>
                    <a:pt x="3607403" y="176097"/>
                  </a:cubicBezTo>
                  <a:cubicBezTo>
                    <a:pt x="3591592" y="175049"/>
                    <a:pt x="3597307" y="168858"/>
                    <a:pt x="3581400" y="168001"/>
                  </a:cubicBezTo>
                  <a:cubicBezTo>
                    <a:pt x="3577114" y="167144"/>
                    <a:pt x="3554349" y="160952"/>
                    <a:pt x="3554349" y="160952"/>
                  </a:cubicBezTo>
                  <a:cubicBezTo>
                    <a:pt x="3548920" y="160762"/>
                    <a:pt x="3547967" y="164477"/>
                    <a:pt x="3543967" y="167620"/>
                  </a:cubicBezTo>
                  <a:lnTo>
                    <a:pt x="3534823" y="173906"/>
                  </a:lnTo>
                  <a:lnTo>
                    <a:pt x="3527774" y="174383"/>
                  </a:lnTo>
                  <a:cubicBezTo>
                    <a:pt x="3527774" y="174383"/>
                    <a:pt x="3525107" y="170192"/>
                    <a:pt x="3524060" y="167144"/>
                  </a:cubicBezTo>
                  <a:cubicBezTo>
                    <a:pt x="3522536" y="164572"/>
                    <a:pt x="3533966" y="153332"/>
                    <a:pt x="3528632" y="153904"/>
                  </a:cubicBezTo>
                  <a:cubicBezTo>
                    <a:pt x="3525393" y="154190"/>
                    <a:pt x="3518059" y="155904"/>
                    <a:pt x="3512915" y="153904"/>
                  </a:cubicBezTo>
                  <a:cubicBezTo>
                    <a:pt x="3510915" y="151618"/>
                    <a:pt x="3517963" y="149903"/>
                    <a:pt x="3521964" y="148570"/>
                  </a:cubicBezTo>
                  <a:cubicBezTo>
                    <a:pt x="3526917" y="147617"/>
                    <a:pt x="3536728" y="146284"/>
                    <a:pt x="3533775" y="144188"/>
                  </a:cubicBezTo>
                  <a:cubicBezTo>
                    <a:pt x="3530822" y="142093"/>
                    <a:pt x="3515201" y="141998"/>
                    <a:pt x="3505581" y="137521"/>
                  </a:cubicBezTo>
                  <a:cubicBezTo>
                    <a:pt x="3502724" y="135235"/>
                    <a:pt x="3499961" y="133044"/>
                    <a:pt x="3497580" y="131425"/>
                  </a:cubicBezTo>
                  <a:cubicBezTo>
                    <a:pt x="3494723" y="129520"/>
                    <a:pt x="3492532" y="128282"/>
                    <a:pt x="3491579" y="128377"/>
                  </a:cubicBezTo>
                  <a:cubicBezTo>
                    <a:pt x="3485198" y="129139"/>
                    <a:pt x="3486055" y="135140"/>
                    <a:pt x="3479673" y="135902"/>
                  </a:cubicBezTo>
                  <a:cubicBezTo>
                    <a:pt x="3478244" y="135902"/>
                    <a:pt x="3472339" y="137711"/>
                    <a:pt x="3464243" y="140093"/>
                  </a:cubicBezTo>
                  <a:lnTo>
                    <a:pt x="3459671" y="141426"/>
                  </a:lnTo>
                  <a:cubicBezTo>
                    <a:pt x="3454051" y="143045"/>
                    <a:pt x="3464243" y="151046"/>
                    <a:pt x="3457766" y="152951"/>
                  </a:cubicBezTo>
                  <a:cubicBezTo>
                    <a:pt x="3454718" y="153904"/>
                    <a:pt x="3464433" y="161810"/>
                    <a:pt x="3462147" y="164477"/>
                  </a:cubicBezTo>
                  <a:cubicBezTo>
                    <a:pt x="3460242" y="167334"/>
                    <a:pt x="3466434" y="172382"/>
                    <a:pt x="3463195" y="173430"/>
                  </a:cubicBezTo>
                  <a:cubicBezTo>
                    <a:pt x="3461766" y="173811"/>
                    <a:pt x="3457956" y="179145"/>
                    <a:pt x="3450431" y="175240"/>
                  </a:cubicBezTo>
                  <a:cubicBezTo>
                    <a:pt x="3448241" y="174097"/>
                    <a:pt x="3442621" y="172382"/>
                    <a:pt x="3436715" y="172573"/>
                  </a:cubicBezTo>
                  <a:cubicBezTo>
                    <a:pt x="3431477" y="172763"/>
                    <a:pt x="3432334" y="177050"/>
                    <a:pt x="3431858" y="179717"/>
                  </a:cubicBezTo>
                  <a:cubicBezTo>
                    <a:pt x="3431477" y="182288"/>
                    <a:pt x="3431572" y="186289"/>
                    <a:pt x="3429191" y="185051"/>
                  </a:cubicBezTo>
                  <a:cubicBezTo>
                    <a:pt x="3426238" y="183431"/>
                    <a:pt x="3421666" y="192861"/>
                    <a:pt x="3418904" y="191337"/>
                  </a:cubicBezTo>
                  <a:cubicBezTo>
                    <a:pt x="3417094" y="190480"/>
                    <a:pt x="3421666" y="185241"/>
                    <a:pt x="3420047" y="179717"/>
                  </a:cubicBezTo>
                  <a:cubicBezTo>
                    <a:pt x="3419094" y="176764"/>
                    <a:pt x="3424523" y="171525"/>
                    <a:pt x="3423666" y="168096"/>
                  </a:cubicBezTo>
                  <a:cubicBezTo>
                    <a:pt x="3422904" y="165143"/>
                    <a:pt x="3413570" y="164858"/>
                    <a:pt x="3412903" y="161905"/>
                  </a:cubicBezTo>
                  <a:cubicBezTo>
                    <a:pt x="3412141" y="158762"/>
                    <a:pt x="3410331" y="152189"/>
                    <a:pt x="3409760" y="149522"/>
                  </a:cubicBezTo>
                  <a:cubicBezTo>
                    <a:pt x="3408712" y="144760"/>
                    <a:pt x="3405092" y="145046"/>
                    <a:pt x="3404711" y="145046"/>
                  </a:cubicBezTo>
                  <a:cubicBezTo>
                    <a:pt x="3401092" y="146284"/>
                    <a:pt x="3394329" y="155714"/>
                    <a:pt x="3394329" y="155714"/>
                  </a:cubicBezTo>
                  <a:cubicBezTo>
                    <a:pt x="3393377" y="157619"/>
                    <a:pt x="3391662" y="160667"/>
                    <a:pt x="3391662" y="160667"/>
                  </a:cubicBezTo>
                  <a:lnTo>
                    <a:pt x="3387280" y="163429"/>
                  </a:lnTo>
                  <a:cubicBezTo>
                    <a:pt x="3374041" y="166572"/>
                    <a:pt x="3376708" y="174478"/>
                    <a:pt x="3376708" y="174478"/>
                  </a:cubicBezTo>
                  <a:cubicBezTo>
                    <a:pt x="3376994" y="176478"/>
                    <a:pt x="3397853" y="177145"/>
                    <a:pt x="3390900" y="178955"/>
                  </a:cubicBezTo>
                  <a:cubicBezTo>
                    <a:pt x="3386995" y="179907"/>
                    <a:pt x="3378994" y="183908"/>
                    <a:pt x="3374041" y="185241"/>
                  </a:cubicBezTo>
                  <a:cubicBezTo>
                    <a:pt x="3364992" y="187718"/>
                    <a:pt x="3376898" y="193242"/>
                    <a:pt x="3366326" y="196004"/>
                  </a:cubicBezTo>
                  <a:cubicBezTo>
                    <a:pt x="3361277" y="197338"/>
                    <a:pt x="3366040" y="189623"/>
                    <a:pt x="3361659" y="190766"/>
                  </a:cubicBezTo>
                  <a:lnTo>
                    <a:pt x="3355086" y="190004"/>
                  </a:lnTo>
                  <a:cubicBezTo>
                    <a:pt x="3352229" y="190670"/>
                    <a:pt x="3350705" y="184765"/>
                    <a:pt x="3348419" y="185241"/>
                  </a:cubicBezTo>
                  <a:cubicBezTo>
                    <a:pt x="3343466" y="185432"/>
                    <a:pt x="3331178" y="180669"/>
                    <a:pt x="3329369" y="181336"/>
                  </a:cubicBezTo>
                  <a:cubicBezTo>
                    <a:pt x="3327083" y="181907"/>
                    <a:pt x="3314129" y="190575"/>
                    <a:pt x="3312700" y="192480"/>
                  </a:cubicBezTo>
                  <a:cubicBezTo>
                    <a:pt x="3309842" y="193814"/>
                    <a:pt x="3302794" y="191623"/>
                    <a:pt x="3302794" y="193242"/>
                  </a:cubicBezTo>
                  <a:lnTo>
                    <a:pt x="3308223" y="205244"/>
                  </a:lnTo>
                  <a:cubicBezTo>
                    <a:pt x="3306318" y="208673"/>
                    <a:pt x="3316891" y="219817"/>
                    <a:pt x="3313557" y="221722"/>
                  </a:cubicBezTo>
                  <a:cubicBezTo>
                    <a:pt x="3311080" y="223055"/>
                    <a:pt x="3305747" y="227627"/>
                    <a:pt x="3303080" y="229056"/>
                  </a:cubicBezTo>
                  <a:lnTo>
                    <a:pt x="3303365" y="236390"/>
                  </a:lnTo>
                  <a:cubicBezTo>
                    <a:pt x="3300508" y="238010"/>
                    <a:pt x="3306699" y="248868"/>
                    <a:pt x="3303556" y="250583"/>
                  </a:cubicBezTo>
                  <a:cubicBezTo>
                    <a:pt x="3301175" y="251916"/>
                    <a:pt x="3283934" y="258203"/>
                    <a:pt x="3281553" y="259631"/>
                  </a:cubicBezTo>
                  <a:cubicBezTo>
                    <a:pt x="3276886" y="262394"/>
                    <a:pt x="3262598" y="257726"/>
                    <a:pt x="3257741" y="260489"/>
                  </a:cubicBezTo>
                  <a:cubicBezTo>
                    <a:pt x="3255455" y="261727"/>
                    <a:pt x="3252311" y="262013"/>
                    <a:pt x="3250121" y="263346"/>
                  </a:cubicBezTo>
                  <a:cubicBezTo>
                    <a:pt x="3244692" y="266394"/>
                    <a:pt x="3251073" y="270585"/>
                    <a:pt x="3245549" y="273728"/>
                  </a:cubicBezTo>
                  <a:cubicBezTo>
                    <a:pt x="3241548" y="275824"/>
                    <a:pt x="3250406" y="282872"/>
                    <a:pt x="3246501" y="285063"/>
                  </a:cubicBezTo>
                  <a:cubicBezTo>
                    <a:pt x="3244120" y="286301"/>
                    <a:pt x="3254121" y="294969"/>
                    <a:pt x="3256121" y="298303"/>
                  </a:cubicBezTo>
                  <a:cubicBezTo>
                    <a:pt x="3258693" y="301827"/>
                    <a:pt x="3273362" y="299160"/>
                    <a:pt x="3271457" y="300208"/>
                  </a:cubicBezTo>
                  <a:cubicBezTo>
                    <a:pt x="3266409" y="302875"/>
                    <a:pt x="3284125" y="309257"/>
                    <a:pt x="3279267" y="311733"/>
                  </a:cubicBezTo>
                  <a:cubicBezTo>
                    <a:pt x="3278886" y="311924"/>
                    <a:pt x="3275934" y="317353"/>
                    <a:pt x="3269456" y="315448"/>
                  </a:cubicBezTo>
                  <a:cubicBezTo>
                    <a:pt x="3265551" y="314305"/>
                    <a:pt x="3259550" y="307066"/>
                    <a:pt x="3254121" y="305447"/>
                  </a:cubicBezTo>
                  <a:cubicBezTo>
                    <a:pt x="3251359" y="304494"/>
                    <a:pt x="3248406" y="303732"/>
                    <a:pt x="3245263" y="302780"/>
                  </a:cubicBezTo>
                  <a:cubicBezTo>
                    <a:pt x="3244692" y="302494"/>
                    <a:pt x="3242405" y="301637"/>
                    <a:pt x="3238786" y="298589"/>
                  </a:cubicBezTo>
                  <a:lnTo>
                    <a:pt x="3235167" y="295160"/>
                  </a:lnTo>
                  <a:cubicBezTo>
                    <a:pt x="3234595" y="294588"/>
                    <a:pt x="3230880" y="288206"/>
                    <a:pt x="3221927" y="290683"/>
                  </a:cubicBezTo>
                  <a:cubicBezTo>
                    <a:pt x="3220974" y="290873"/>
                    <a:pt x="3210878" y="291159"/>
                    <a:pt x="3206687" y="296398"/>
                  </a:cubicBezTo>
                  <a:cubicBezTo>
                    <a:pt x="3202496" y="301732"/>
                    <a:pt x="3206496" y="308971"/>
                    <a:pt x="3204877" y="312305"/>
                  </a:cubicBezTo>
                  <a:cubicBezTo>
                    <a:pt x="3202305" y="314876"/>
                    <a:pt x="3199257" y="307256"/>
                    <a:pt x="3198400" y="304208"/>
                  </a:cubicBezTo>
                  <a:cubicBezTo>
                    <a:pt x="3198400" y="304208"/>
                    <a:pt x="3191542" y="282396"/>
                    <a:pt x="3190113" y="280110"/>
                  </a:cubicBezTo>
                  <a:cubicBezTo>
                    <a:pt x="3186970" y="275348"/>
                    <a:pt x="3180112" y="276967"/>
                    <a:pt x="3178778" y="277348"/>
                  </a:cubicBezTo>
                  <a:cubicBezTo>
                    <a:pt x="3174397" y="278681"/>
                    <a:pt x="3187065" y="297827"/>
                    <a:pt x="3182874" y="299160"/>
                  </a:cubicBezTo>
                  <a:cubicBezTo>
                    <a:pt x="3178207" y="300684"/>
                    <a:pt x="3187255" y="307828"/>
                    <a:pt x="3183541" y="309066"/>
                  </a:cubicBezTo>
                  <a:lnTo>
                    <a:pt x="3181255" y="309828"/>
                  </a:lnTo>
                  <a:cubicBezTo>
                    <a:pt x="3175349" y="311924"/>
                    <a:pt x="3171349" y="313448"/>
                    <a:pt x="3171349" y="313829"/>
                  </a:cubicBezTo>
                  <a:lnTo>
                    <a:pt x="3168777" y="326116"/>
                  </a:lnTo>
                  <a:lnTo>
                    <a:pt x="3179826" y="334784"/>
                  </a:lnTo>
                  <a:cubicBezTo>
                    <a:pt x="3179255" y="336498"/>
                    <a:pt x="3179540" y="341546"/>
                    <a:pt x="3178683" y="343547"/>
                  </a:cubicBezTo>
                  <a:cubicBezTo>
                    <a:pt x="3177826" y="345642"/>
                    <a:pt x="3179636" y="348976"/>
                    <a:pt x="3178778" y="351357"/>
                  </a:cubicBezTo>
                  <a:cubicBezTo>
                    <a:pt x="3177826" y="354024"/>
                    <a:pt x="3180969" y="355358"/>
                    <a:pt x="3180017" y="358215"/>
                  </a:cubicBezTo>
                  <a:cubicBezTo>
                    <a:pt x="3177445" y="360977"/>
                    <a:pt x="3178207" y="366216"/>
                    <a:pt x="3177540" y="367931"/>
                  </a:cubicBezTo>
                  <a:cubicBezTo>
                    <a:pt x="3176302" y="372217"/>
                    <a:pt x="3185732" y="376598"/>
                    <a:pt x="3184588" y="380885"/>
                  </a:cubicBezTo>
                  <a:cubicBezTo>
                    <a:pt x="3183636" y="384409"/>
                    <a:pt x="3197638" y="377551"/>
                    <a:pt x="3196590" y="380885"/>
                  </a:cubicBezTo>
                  <a:cubicBezTo>
                    <a:pt x="3195352" y="385552"/>
                    <a:pt x="3202686" y="377265"/>
                    <a:pt x="3206782" y="378694"/>
                  </a:cubicBezTo>
                  <a:cubicBezTo>
                    <a:pt x="3206782" y="378694"/>
                    <a:pt x="3219641" y="381837"/>
                    <a:pt x="3218402" y="385838"/>
                  </a:cubicBezTo>
                  <a:cubicBezTo>
                    <a:pt x="3216021" y="392696"/>
                    <a:pt x="3199448" y="386885"/>
                    <a:pt x="3199257" y="387552"/>
                  </a:cubicBezTo>
                  <a:lnTo>
                    <a:pt x="3192875" y="390791"/>
                  </a:lnTo>
                  <a:cubicBezTo>
                    <a:pt x="3192399" y="392124"/>
                    <a:pt x="3192399" y="400316"/>
                    <a:pt x="3195066" y="402792"/>
                  </a:cubicBezTo>
                  <a:cubicBezTo>
                    <a:pt x="3197352" y="405840"/>
                    <a:pt x="3207734" y="408983"/>
                    <a:pt x="3207449" y="409841"/>
                  </a:cubicBezTo>
                  <a:cubicBezTo>
                    <a:pt x="3208782" y="413270"/>
                    <a:pt x="3211068" y="416318"/>
                    <a:pt x="3205067" y="418985"/>
                  </a:cubicBezTo>
                  <a:lnTo>
                    <a:pt x="3194971" y="418032"/>
                  </a:lnTo>
                  <a:lnTo>
                    <a:pt x="3196304" y="425081"/>
                  </a:lnTo>
                  <a:cubicBezTo>
                    <a:pt x="3195161" y="427176"/>
                    <a:pt x="3199448" y="433082"/>
                    <a:pt x="3198209" y="435272"/>
                  </a:cubicBezTo>
                  <a:cubicBezTo>
                    <a:pt x="3197257" y="437177"/>
                    <a:pt x="3188780" y="436511"/>
                    <a:pt x="3187732" y="438320"/>
                  </a:cubicBezTo>
                  <a:cubicBezTo>
                    <a:pt x="3186303" y="440606"/>
                    <a:pt x="3182017" y="444226"/>
                    <a:pt x="3180684" y="446512"/>
                  </a:cubicBezTo>
                  <a:lnTo>
                    <a:pt x="3168205" y="447560"/>
                  </a:lnTo>
                  <a:cubicBezTo>
                    <a:pt x="3166491" y="450512"/>
                    <a:pt x="3157347" y="444797"/>
                    <a:pt x="3155442" y="447560"/>
                  </a:cubicBezTo>
                  <a:cubicBezTo>
                    <a:pt x="3153728" y="450512"/>
                    <a:pt x="3145631" y="442797"/>
                    <a:pt x="3143822" y="445464"/>
                  </a:cubicBezTo>
                  <a:cubicBezTo>
                    <a:pt x="3142679" y="447560"/>
                    <a:pt x="3138297" y="439844"/>
                    <a:pt x="3141155" y="438320"/>
                  </a:cubicBezTo>
                  <a:cubicBezTo>
                    <a:pt x="3142774" y="434987"/>
                    <a:pt x="3160300" y="435939"/>
                    <a:pt x="3159347" y="437368"/>
                  </a:cubicBezTo>
                  <a:cubicBezTo>
                    <a:pt x="3157919" y="439463"/>
                    <a:pt x="3173921" y="438606"/>
                    <a:pt x="3174587" y="436320"/>
                  </a:cubicBezTo>
                  <a:lnTo>
                    <a:pt x="3178493" y="426128"/>
                  </a:lnTo>
                  <a:cubicBezTo>
                    <a:pt x="3180302" y="424033"/>
                    <a:pt x="3184017" y="421366"/>
                    <a:pt x="3185636" y="419080"/>
                  </a:cubicBezTo>
                  <a:cubicBezTo>
                    <a:pt x="3186113" y="416508"/>
                    <a:pt x="3185065" y="395744"/>
                    <a:pt x="3182493" y="394982"/>
                  </a:cubicBezTo>
                  <a:lnTo>
                    <a:pt x="3176969" y="386981"/>
                  </a:lnTo>
                  <a:lnTo>
                    <a:pt x="3173635" y="376122"/>
                  </a:lnTo>
                  <a:cubicBezTo>
                    <a:pt x="3168492" y="374408"/>
                    <a:pt x="3175349" y="357929"/>
                    <a:pt x="3170015" y="356310"/>
                  </a:cubicBezTo>
                  <a:cubicBezTo>
                    <a:pt x="3164015" y="354405"/>
                    <a:pt x="3171349" y="340499"/>
                    <a:pt x="3165538" y="338689"/>
                  </a:cubicBezTo>
                  <a:lnTo>
                    <a:pt x="3159633" y="328973"/>
                  </a:lnTo>
                  <a:cubicBezTo>
                    <a:pt x="3156680" y="328021"/>
                    <a:pt x="3161824" y="318305"/>
                    <a:pt x="3158967" y="317353"/>
                  </a:cubicBezTo>
                  <a:cubicBezTo>
                    <a:pt x="3156680" y="316781"/>
                    <a:pt x="3167444" y="308495"/>
                    <a:pt x="3165348" y="307828"/>
                  </a:cubicBezTo>
                  <a:lnTo>
                    <a:pt x="3165348" y="293636"/>
                  </a:lnTo>
                  <a:cubicBezTo>
                    <a:pt x="3164015" y="293159"/>
                    <a:pt x="3158585" y="288873"/>
                    <a:pt x="3157442" y="286968"/>
                  </a:cubicBezTo>
                  <a:cubicBezTo>
                    <a:pt x="3157442" y="286968"/>
                    <a:pt x="3153156" y="279443"/>
                    <a:pt x="3151156" y="274205"/>
                  </a:cubicBezTo>
                  <a:cubicBezTo>
                    <a:pt x="3149632" y="271538"/>
                    <a:pt x="3143726" y="270966"/>
                    <a:pt x="3139821" y="269823"/>
                  </a:cubicBezTo>
                  <a:cubicBezTo>
                    <a:pt x="3137535" y="269156"/>
                    <a:pt x="3135725" y="268299"/>
                    <a:pt x="3134106" y="267823"/>
                  </a:cubicBezTo>
                  <a:cubicBezTo>
                    <a:pt x="3132201" y="267251"/>
                    <a:pt x="3129725" y="266394"/>
                    <a:pt x="3126867" y="267156"/>
                  </a:cubicBezTo>
                  <a:cubicBezTo>
                    <a:pt x="3116675" y="266394"/>
                    <a:pt x="3116104" y="275633"/>
                    <a:pt x="3116104" y="275633"/>
                  </a:cubicBezTo>
                  <a:cubicBezTo>
                    <a:pt x="3114675" y="278300"/>
                    <a:pt x="3112675" y="282301"/>
                    <a:pt x="3110675" y="283253"/>
                  </a:cubicBezTo>
                  <a:cubicBezTo>
                    <a:pt x="3102769" y="286682"/>
                    <a:pt x="3110675" y="290302"/>
                    <a:pt x="3104293" y="292683"/>
                  </a:cubicBezTo>
                  <a:cubicBezTo>
                    <a:pt x="3101054" y="293826"/>
                    <a:pt x="3103055" y="303923"/>
                    <a:pt x="3104293" y="304018"/>
                  </a:cubicBezTo>
                  <a:cubicBezTo>
                    <a:pt x="3104293" y="304018"/>
                    <a:pt x="3121057" y="304589"/>
                    <a:pt x="3110389" y="308495"/>
                  </a:cubicBezTo>
                  <a:cubicBezTo>
                    <a:pt x="3101626" y="310304"/>
                    <a:pt x="3104102" y="312876"/>
                    <a:pt x="3104102" y="312876"/>
                  </a:cubicBezTo>
                  <a:cubicBezTo>
                    <a:pt x="3104102" y="312876"/>
                    <a:pt x="3105531" y="326116"/>
                    <a:pt x="3094768" y="326306"/>
                  </a:cubicBezTo>
                  <a:cubicBezTo>
                    <a:pt x="3085434" y="326497"/>
                    <a:pt x="3089053" y="329926"/>
                    <a:pt x="3082195" y="333069"/>
                  </a:cubicBezTo>
                  <a:cubicBezTo>
                    <a:pt x="3077337" y="336212"/>
                    <a:pt x="3084671" y="344880"/>
                    <a:pt x="3090196" y="348690"/>
                  </a:cubicBezTo>
                  <a:cubicBezTo>
                    <a:pt x="3094959" y="350405"/>
                    <a:pt x="3100197" y="350881"/>
                    <a:pt x="3099245" y="353453"/>
                  </a:cubicBezTo>
                  <a:cubicBezTo>
                    <a:pt x="3095720" y="356977"/>
                    <a:pt x="3090672" y="362978"/>
                    <a:pt x="3087338" y="365264"/>
                  </a:cubicBezTo>
                  <a:cubicBezTo>
                    <a:pt x="3082957" y="371741"/>
                    <a:pt x="3108293" y="375170"/>
                    <a:pt x="3106198" y="379075"/>
                  </a:cubicBezTo>
                  <a:cubicBezTo>
                    <a:pt x="3100769" y="383075"/>
                    <a:pt x="3127915" y="386123"/>
                    <a:pt x="3127915" y="386123"/>
                  </a:cubicBezTo>
                  <a:cubicBezTo>
                    <a:pt x="3131344" y="386981"/>
                    <a:pt x="3137821" y="386028"/>
                    <a:pt x="3131058" y="395934"/>
                  </a:cubicBezTo>
                  <a:cubicBezTo>
                    <a:pt x="3128296" y="398792"/>
                    <a:pt x="3126200" y="400887"/>
                    <a:pt x="3123724" y="401173"/>
                  </a:cubicBezTo>
                  <a:cubicBezTo>
                    <a:pt x="3117247" y="401459"/>
                    <a:pt x="3114770" y="390695"/>
                    <a:pt x="3108198" y="391172"/>
                  </a:cubicBezTo>
                  <a:cubicBezTo>
                    <a:pt x="3102674" y="391553"/>
                    <a:pt x="3090101" y="382790"/>
                    <a:pt x="3084576" y="383171"/>
                  </a:cubicBezTo>
                  <a:cubicBezTo>
                    <a:pt x="3077337" y="383742"/>
                    <a:pt x="3062002" y="368788"/>
                    <a:pt x="3054668" y="369169"/>
                  </a:cubicBezTo>
                  <a:cubicBezTo>
                    <a:pt x="3049334" y="369645"/>
                    <a:pt x="3042571" y="366502"/>
                    <a:pt x="3035903" y="363359"/>
                  </a:cubicBezTo>
                  <a:cubicBezTo>
                    <a:pt x="3029141" y="360215"/>
                    <a:pt x="3022378" y="356977"/>
                    <a:pt x="3017139" y="357453"/>
                  </a:cubicBezTo>
                  <a:cubicBezTo>
                    <a:pt x="3011805" y="357929"/>
                    <a:pt x="2999042" y="347261"/>
                    <a:pt x="2993708" y="347738"/>
                  </a:cubicBezTo>
                  <a:cubicBezTo>
                    <a:pt x="2988183" y="348214"/>
                    <a:pt x="2996089" y="357453"/>
                    <a:pt x="2998089" y="359453"/>
                  </a:cubicBezTo>
                  <a:cubicBezTo>
                    <a:pt x="3002375" y="364883"/>
                    <a:pt x="3026855" y="372312"/>
                    <a:pt x="3017901" y="373169"/>
                  </a:cubicBezTo>
                  <a:cubicBezTo>
                    <a:pt x="3014377" y="373360"/>
                    <a:pt x="3034475" y="389933"/>
                    <a:pt x="3024950" y="392029"/>
                  </a:cubicBezTo>
                  <a:cubicBezTo>
                    <a:pt x="3021140" y="392886"/>
                    <a:pt x="3002375" y="371360"/>
                    <a:pt x="2998470" y="372122"/>
                  </a:cubicBezTo>
                  <a:cubicBezTo>
                    <a:pt x="2994851" y="372884"/>
                    <a:pt x="3002280" y="384314"/>
                    <a:pt x="2998851" y="385076"/>
                  </a:cubicBezTo>
                  <a:cubicBezTo>
                    <a:pt x="2994946" y="385742"/>
                    <a:pt x="2992374" y="387457"/>
                    <a:pt x="2989421" y="387933"/>
                  </a:cubicBezTo>
                  <a:cubicBezTo>
                    <a:pt x="2986659" y="388600"/>
                    <a:pt x="2977134" y="377932"/>
                    <a:pt x="2975705" y="378027"/>
                  </a:cubicBezTo>
                  <a:cubicBezTo>
                    <a:pt x="2968467" y="378789"/>
                    <a:pt x="2957894" y="399173"/>
                    <a:pt x="2950750" y="399935"/>
                  </a:cubicBezTo>
                  <a:cubicBezTo>
                    <a:pt x="2943511" y="400697"/>
                    <a:pt x="2939034" y="383171"/>
                    <a:pt x="2931986" y="383933"/>
                  </a:cubicBezTo>
                  <a:cubicBezTo>
                    <a:pt x="2914555" y="385838"/>
                    <a:pt x="2920079" y="396791"/>
                    <a:pt x="2903125" y="398887"/>
                  </a:cubicBezTo>
                  <a:cubicBezTo>
                    <a:pt x="2892743" y="400220"/>
                    <a:pt x="2897600" y="405554"/>
                    <a:pt x="2887313" y="406983"/>
                  </a:cubicBezTo>
                  <a:cubicBezTo>
                    <a:pt x="2875884" y="408507"/>
                    <a:pt x="2885980" y="419461"/>
                    <a:pt x="2874836" y="421080"/>
                  </a:cubicBezTo>
                  <a:cubicBezTo>
                    <a:pt x="2869121" y="421842"/>
                    <a:pt x="2873788" y="437368"/>
                    <a:pt x="2873788" y="437368"/>
                  </a:cubicBezTo>
                  <a:cubicBezTo>
                    <a:pt x="2874169" y="443369"/>
                    <a:pt x="2862548" y="435653"/>
                    <a:pt x="2856071" y="434225"/>
                  </a:cubicBezTo>
                  <a:cubicBezTo>
                    <a:pt x="2852738" y="433463"/>
                    <a:pt x="2849785" y="432986"/>
                    <a:pt x="2847975" y="433272"/>
                  </a:cubicBezTo>
                  <a:cubicBezTo>
                    <a:pt x="2840546" y="434415"/>
                    <a:pt x="2845784" y="421271"/>
                    <a:pt x="2846546" y="419080"/>
                  </a:cubicBezTo>
                  <a:cubicBezTo>
                    <a:pt x="2847404" y="415937"/>
                    <a:pt x="2864263" y="418699"/>
                    <a:pt x="2865787" y="414984"/>
                  </a:cubicBezTo>
                  <a:cubicBezTo>
                    <a:pt x="2866739" y="412222"/>
                    <a:pt x="2864834" y="408983"/>
                    <a:pt x="2856262" y="404983"/>
                  </a:cubicBezTo>
                  <a:cubicBezTo>
                    <a:pt x="2848070" y="401173"/>
                    <a:pt x="2846737" y="391838"/>
                    <a:pt x="2841212" y="392886"/>
                  </a:cubicBezTo>
                  <a:cubicBezTo>
                    <a:pt x="2837212" y="393648"/>
                    <a:pt x="2828544" y="394124"/>
                    <a:pt x="2824639" y="394982"/>
                  </a:cubicBezTo>
                  <a:cubicBezTo>
                    <a:pt x="2817305" y="396315"/>
                    <a:pt x="2829782" y="401459"/>
                    <a:pt x="2822638" y="402887"/>
                  </a:cubicBezTo>
                  <a:cubicBezTo>
                    <a:pt x="2815400" y="404411"/>
                    <a:pt x="2827973" y="411460"/>
                    <a:pt x="2820734" y="412984"/>
                  </a:cubicBezTo>
                  <a:cubicBezTo>
                    <a:pt x="2812923" y="414698"/>
                    <a:pt x="2816543" y="417651"/>
                    <a:pt x="2818257" y="420223"/>
                  </a:cubicBezTo>
                  <a:lnTo>
                    <a:pt x="2825210" y="431177"/>
                  </a:lnTo>
                  <a:cubicBezTo>
                    <a:pt x="2825210" y="431177"/>
                    <a:pt x="2837879" y="441083"/>
                    <a:pt x="2829211" y="443464"/>
                  </a:cubicBezTo>
                  <a:cubicBezTo>
                    <a:pt x="2822162" y="445464"/>
                    <a:pt x="2813876" y="445559"/>
                    <a:pt x="2806922" y="447560"/>
                  </a:cubicBezTo>
                  <a:cubicBezTo>
                    <a:pt x="2801588" y="449179"/>
                    <a:pt x="2793492" y="456227"/>
                    <a:pt x="2788253" y="457847"/>
                  </a:cubicBezTo>
                  <a:cubicBezTo>
                    <a:pt x="2780157" y="460323"/>
                    <a:pt x="2796921" y="482326"/>
                    <a:pt x="2789015" y="484802"/>
                  </a:cubicBezTo>
                  <a:cubicBezTo>
                    <a:pt x="2779205" y="488136"/>
                    <a:pt x="2773299" y="483755"/>
                    <a:pt x="2770632" y="480992"/>
                  </a:cubicBezTo>
                  <a:lnTo>
                    <a:pt x="2766441" y="478230"/>
                  </a:lnTo>
                  <a:lnTo>
                    <a:pt x="2756630" y="472706"/>
                  </a:lnTo>
                  <a:cubicBezTo>
                    <a:pt x="2755297" y="472039"/>
                    <a:pt x="2749296" y="469086"/>
                    <a:pt x="2740819" y="468229"/>
                  </a:cubicBezTo>
                  <a:cubicBezTo>
                    <a:pt x="2735009" y="467467"/>
                    <a:pt x="2738819" y="486517"/>
                    <a:pt x="2733675" y="485945"/>
                  </a:cubicBezTo>
                  <a:cubicBezTo>
                    <a:pt x="2728055" y="485279"/>
                    <a:pt x="2724722" y="478897"/>
                    <a:pt x="2723007" y="475849"/>
                  </a:cubicBezTo>
                  <a:lnTo>
                    <a:pt x="2719769" y="473277"/>
                  </a:lnTo>
                  <a:cubicBezTo>
                    <a:pt x="2707862" y="468038"/>
                    <a:pt x="2720626" y="459847"/>
                    <a:pt x="2720626" y="459847"/>
                  </a:cubicBezTo>
                  <a:cubicBezTo>
                    <a:pt x="2720626" y="459847"/>
                    <a:pt x="2725960" y="456227"/>
                    <a:pt x="2713292" y="449846"/>
                  </a:cubicBezTo>
                  <a:cubicBezTo>
                    <a:pt x="2710529" y="448131"/>
                    <a:pt x="2707005" y="446131"/>
                    <a:pt x="2707005" y="446131"/>
                  </a:cubicBezTo>
                  <a:cubicBezTo>
                    <a:pt x="2704910" y="444512"/>
                    <a:pt x="2694051" y="437082"/>
                    <a:pt x="2691575" y="435082"/>
                  </a:cubicBezTo>
                  <a:cubicBezTo>
                    <a:pt x="2689479" y="433463"/>
                    <a:pt x="2691003" y="431177"/>
                    <a:pt x="2694813" y="432224"/>
                  </a:cubicBezTo>
                  <a:cubicBezTo>
                    <a:pt x="2694813" y="432224"/>
                    <a:pt x="2699576" y="433177"/>
                    <a:pt x="2705767" y="435749"/>
                  </a:cubicBezTo>
                  <a:cubicBezTo>
                    <a:pt x="2709767" y="437082"/>
                    <a:pt x="2712815" y="439559"/>
                    <a:pt x="2717673" y="441178"/>
                  </a:cubicBezTo>
                  <a:cubicBezTo>
                    <a:pt x="2721578" y="442416"/>
                    <a:pt x="2728436" y="449084"/>
                    <a:pt x="2731865" y="444893"/>
                  </a:cubicBezTo>
                  <a:cubicBezTo>
                    <a:pt x="2734437" y="442035"/>
                    <a:pt x="2743676" y="449846"/>
                    <a:pt x="2743676" y="449846"/>
                  </a:cubicBezTo>
                  <a:cubicBezTo>
                    <a:pt x="2743676" y="449846"/>
                    <a:pt x="2752820" y="453465"/>
                    <a:pt x="2757202" y="454418"/>
                  </a:cubicBezTo>
                  <a:cubicBezTo>
                    <a:pt x="2765012" y="456513"/>
                    <a:pt x="2773109" y="458037"/>
                    <a:pt x="2773871" y="455846"/>
                  </a:cubicBezTo>
                  <a:cubicBezTo>
                    <a:pt x="2774728" y="454227"/>
                    <a:pt x="2777395" y="452132"/>
                    <a:pt x="2780443" y="449846"/>
                  </a:cubicBezTo>
                  <a:lnTo>
                    <a:pt x="2785015" y="446417"/>
                  </a:lnTo>
                  <a:cubicBezTo>
                    <a:pt x="2787682" y="444321"/>
                    <a:pt x="2790063" y="442130"/>
                    <a:pt x="2790920" y="440321"/>
                  </a:cubicBezTo>
                  <a:cubicBezTo>
                    <a:pt x="2792254" y="437558"/>
                    <a:pt x="2795588" y="436606"/>
                    <a:pt x="2797302" y="432605"/>
                  </a:cubicBezTo>
                  <a:lnTo>
                    <a:pt x="2798064" y="424128"/>
                  </a:lnTo>
                  <a:cubicBezTo>
                    <a:pt x="2800255" y="419270"/>
                    <a:pt x="2790825" y="412222"/>
                    <a:pt x="2783967" y="406221"/>
                  </a:cubicBezTo>
                  <a:cubicBezTo>
                    <a:pt x="2779776" y="401935"/>
                    <a:pt x="2768632" y="400506"/>
                    <a:pt x="2763107" y="396696"/>
                  </a:cubicBezTo>
                  <a:cubicBezTo>
                    <a:pt x="2758440" y="393267"/>
                    <a:pt x="2757488" y="393839"/>
                    <a:pt x="2752916" y="391553"/>
                  </a:cubicBezTo>
                  <a:cubicBezTo>
                    <a:pt x="2743772" y="386790"/>
                    <a:pt x="2731580" y="380980"/>
                    <a:pt x="2729008" y="380885"/>
                  </a:cubicBezTo>
                  <a:cubicBezTo>
                    <a:pt x="2727960" y="380885"/>
                    <a:pt x="2723293" y="378694"/>
                    <a:pt x="2716816" y="376313"/>
                  </a:cubicBezTo>
                  <a:cubicBezTo>
                    <a:pt x="2706148" y="370312"/>
                    <a:pt x="2695289" y="374312"/>
                    <a:pt x="2690241" y="365073"/>
                  </a:cubicBezTo>
                  <a:cubicBezTo>
                    <a:pt x="2687098" y="358310"/>
                    <a:pt x="2674144" y="362025"/>
                    <a:pt x="2665190" y="363359"/>
                  </a:cubicBezTo>
                  <a:cubicBezTo>
                    <a:pt x="2657094" y="364502"/>
                    <a:pt x="2654618" y="369264"/>
                    <a:pt x="2647950" y="367073"/>
                  </a:cubicBezTo>
                  <a:cubicBezTo>
                    <a:pt x="2645569" y="365645"/>
                    <a:pt x="2648807" y="362787"/>
                    <a:pt x="2651665" y="359739"/>
                  </a:cubicBezTo>
                  <a:cubicBezTo>
                    <a:pt x="2653951" y="357072"/>
                    <a:pt x="2655094" y="354024"/>
                    <a:pt x="2662428" y="354215"/>
                  </a:cubicBezTo>
                  <a:cubicBezTo>
                    <a:pt x="2675859" y="353548"/>
                    <a:pt x="2674144" y="347452"/>
                    <a:pt x="2672715" y="347452"/>
                  </a:cubicBezTo>
                  <a:cubicBezTo>
                    <a:pt x="2672715" y="347452"/>
                    <a:pt x="2668334" y="342404"/>
                    <a:pt x="2654713" y="339832"/>
                  </a:cubicBezTo>
                  <a:cubicBezTo>
                    <a:pt x="2644617" y="337451"/>
                    <a:pt x="2636711" y="333164"/>
                    <a:pt x="2632901" y="332021"/>
                  </a:cubicBezTo>
                  <a:cubicBezTo>
                    <a:pt x="2632901" y="332021"/>
                    <a:pt x="2627186" y="330402"/>
                    <a:pt x="2621471" y="329926"/>
                  </a:cubicBezTo>
                  <a:cubicBezTo>
                    <a:pt x="2617280" y="329926"/>
                    <a:pt x="2615755" y="331831"/>
                    <a:pt x="2614232" y="331736"/>
                  </a:cubicBezTo>
                  <a:cubicBezTo>
                    <a:pt x="2610707" y="331736"/>
                    <a:pt x="2600325" y="326116"/>
                    <a:pt x="2596705" y="326021"/>
                  </a:cubicBezTo>
                  <a:cubicBezTo>
                    <a:pt x="2594801" y="325925"/>
                    <a:pt x="2588990" y="324878"/>
                    <a:pt x="2583942" y="327259"/>
                  </a:cubicBezTo>
                  <a:cubicBezTo>
                    <a:pt x="2578703" y="329831"/>
                    <a:pt x="2576417" y="334688"/>
                    <a:pt x="2572417" y="335736"/>
                  </a:cubicBezTo>
                  <a:cubicBezTo>
                    <a:pt x="2566416" y="337070"/>
                    <a:pt x="2562320" y="340975"/>
                    <a:pt x="2562320" y="340975"/>
                  </a:cubicBezTo>
                  <a:cubicBezTo>
                    <a:pt x="2558510" y="343356"/>
                    <a:pt x="2554796" y="345547"/>
                    <a:pt x="2553462" y="345452"/>
                  </a:cubicBezTo>
                  <a:cubicBezTo>
                    <a:pt x="2550605" y="345261"/>
                    <a:pt x="2546604" y="348023"/>
                    <a:pt x="2542223" y="349928"/>
                  </a:cubicBezTo>
                  <a:cubicBezTo>
                    <a:pt x="2537651" y="351738"/>
                    <a:pt x="2538508" y="352881"/>
                    <a:pt x="2528792" y="349262"/>
                  </a:cubicBezTo>
                  <a:cubicBezTo>
                    <a:pt x="2523459" y="347738"/>
                    <a:pt x="2520982" y="349833"/>
                    <a:pt x="2517934" y="352500"/>
                  </a:cubicBezTo>
                  <a:cubicBezTo>
                    <a:pt x="2514219" y="355739"/>
                    <a:pt x="2514029" y="361073"/>
                    <a:pt x="2512505" y="360977"/>
                  </a:cubicBezTo>
                  <a:cubicBezTo>
                    <a:pt x="2507075" y="360787"/>
                    <a:pt x="2501837" y="367645"/>
                    <a:pt x="2496026" y="368788"/>
                  </a:cubicBezTo>
                  <a:cubicBezTo>
                    <a:pt x="2492312" y="369645"/>
                    <a:pt x="2489454" y="372503"/>
                    <a:pt x="2487263" y="376027"/>
                  </a:cubicBezTo>
                  <a:cubicBezTo>
                    <a:pt x="2483549" y="379361"/>
                    <a:pt x="2482787" y="378980"/>
                    <a:pt x="2478691" y="380123"/>
                  </a:cubicBezTo>
                  <a:lnTo>
                    <a:pt x="2465832" y="382790"/>
                  </a:lnTo>
                  <a:cubicBezTo>
                    <a:pt x="2462594" y="382599"/>
                    <a:pt x="2463165" y="388886"/>
                    <a:pt x="2463070" y="394029"/>
                  </a:cubicBezTo>
                  <a:cubicBezTo>
                    <a:pt x="2463070" y="397744"/>
                    <a:pt x="2462594" y="400887"/>
                    <a:pt x="2460308" y="400792"/>
                  </a:cubicBezTo>
                  <a:cubicBezTo>
                    <a:pt x="2458879" y="400792"/>
                    <a:pt x="2456021" y="401078"/>
                    <a:pt x="2452688" y="401649"/>
                  </a:cubicBezTo>
                  <a:cubicBezTo>
                    <a:pt x="2447163" y="402411"/>
                    <a:pt x="2444972" y="401840"/>
                    <a:pt x="2442972" y="404602"/>
                  </a:cubicBezTo>
                  <a:lnTo>
                    <a:pt x="2440781" y="409079"/>
                  </a:lnTo>
                  <a:cubicBezTo>
                    <a:pt x="2440591" y="411460"/>
                    <a:pt x="2436114" y="412508"/>
                    <a:pt x="2436781" y="414984"/>
                  </a:cubicBezTo>
                  <a:cubicBezTo>
                    <a:pt x="2436781" y="418223"/>
                    <a:pt x="2442782" y="417651"/>
                    <a:pt x="2442782" y="417651"/>
                  </a:cubicBezTo>
                  <a:lnTo>
                    <a:pt x="2447925" y="417651"/>
                  </a:lnTo>
                  <a:cubicBezTo>
                    <a:pt x="2453069" y="417937"/>
                    <a:pt x="2455831" y="417651"/>
                    <a:pt x="2457641" y="412793"/>
                  </a:cubicBezTo>
                  <a:cubicBezTo>
                    <a:pt x="2458117" y="410126"/>
                    <a:pt x="2466975" y="405459"/>
                    <a:pt x="2471547" y="406793"/>
                  </a:cubicBezTo>
                  <a:cubicBezTo>
                    <a:pt x="2476405" y="408983"/>
                    <a:pt x="2471547" y="410222"/>
                    <a:pt x="2473071" y="413746"/>
                  </a:cubicBezTo>
                  <a:cubicBezTo>
                    <a:pt x="2474500" y="417365"/>
                    <a:pt x="2475929" y="420985"/>
                    <a:pt x="2474500" y="420890"/>
                  </a:cubicBezTo>
                  <a:cubicBezTo>
                    <a:pt x="2468880" y="420604"/>
                    <a:pt x="2466023" y="427176"/>
                    <a:pt x="2460593" y="426890"/>
                  </a:cubicBezTo>
                  <a:cubicBezTo>
                    <a:pt x="2458212" y="426890"/>
                    <a:pt x="2452592" y="425271"/>
                    <a:pt x="2451259" y="426890"/>
                  </a:cubicBezTo>
                  <a:cubicBezTo>
                    <a:pt x="2448782" y="430129"/>
                    <a:pt x="2447163" y="435177"/>
                    <a:pt x="2446687" y="437177"/>
                  </a:cubicBezTo>
                  <a:cubicBezTo>
                    <a:pt x="2446687" y="441368"/>
                    <a:pt x="2440972" y="443178"/>
                    <a:pt x="2440972" y="444607"/>
                  </a:cubicBezTo>
                  <a:cubicBezTo>
                    <a:pt x="2440972" y="446702"/>
                    <a:pt x="2437448" y="453179"/>
                    <a:pt x="2433542" y="456989"/>
                  </a:cubicBezTo>
                  <a:cubicBezTo>
                    <a:pt x="2432114" y="458228"/>
                    <a:pt x="2427637" y="457466"/>
                    <a:pt x="2426970" y="460704"/>
                  </a:cubicBezTo>
                  <a:cubicBezTo>
                    <a:pt x="2426589" y="463752"/>
                    <a:pt x="2420874" y="465086"/>
                    <a:pt x="2415445" y="468134"/>
                  </a:cubicBezTo>
                  <a:cubicBezTo>
                    <a:pt x="2412397" y="470324"/>
                    <a:pt x="2415635" y="482326"/>
                    <a:pt x="2415445" y="483945"/>
                  </a:cubicBezTo>
                  <a:cubicBezTo>
                    <a:pt x="2415445" y="483945"/>
                    <a:pt x="2414969" y="495185"/>
                    <a:pt x="2409825" y="495185"/>
                  </a:cubicBezTo>
                  <a:cubicBezTo>
                    <a:pt x="2405348" y="495185"/>
                    <a:pt x="2402110" y="495470"/>
                    <a:pt x="2399729" y="495851"/>
                  </a:cubicBezTo>
                  <a:cubicBezTo>
                    <a:pt x="2393728" y="497090"/>
                    <a:pt x="2394014" y="499376"/>
                    <a:pt x="2392680" y="500042"/>
                  </a:cubicBezTo>
                  <a:cubicBezTo>
                    <a:pt x="2381060" y="505948"/>
                    <a:pt x="2377535" y="508615"/>
                    <a:pt x="2372963" y="511663"/>
                  </a:cubicBezTo>
                  <a:cubicBezTo>
                    <a:pt x="2364010" y="517568"/>
                    <a:pt x="2365629" y="522331"/>
                    <a:pt x="2365629" y="522331"/>
                  </a:cubicBezTo>
                  <a:cubicBezTo>
                    <a:pt x="2367725" y="529665"/>
                    <a:pt x="2353247" y="525188"/>
                    <a:pt x="2348960" y="526331"/>
                  </a:cubicBezTo>
                  <a:cubicBezTo>
                    <a:pt x="2346865" y="526903"/>
                    <a:pt x="2346389" y="530141"/>
                    <a:pt x="2346389" y="530141"/>
                  </a:cubicBezTo>
                  <a:cubicBezTo>
                    <a:pt x="2346389" y="530141"/>
                    <a:pt x="2346389" y="534047"/>
                    <a:pt x="2345246" y="539190"/>
                  </a:cubicBezTo>
                  <a:cubicBezTo>
                    <a:pt x="2344293" y="544810"/>
                    <a:pt x="2340864" y="550144"/>
                    <a:pt x="2340864" y="550144"/>
                  </a:cubicBezTo>
                  <a:cubicBezTo>
                    <a:pt x="2336864" y="559097"/>
                    <a:pt x="2342483" y="560812"/>
                    <a:pt x="2345341" y="565384"/>
                  </a:cubicBezTo>
                  <a:cubicBezTo>
                    <a:pt x="2346960" y="567765"/>
                    <a:pt x="2347627" y="570432"/>
                    <a:pt x="2345531" y="574337"/>
                  </a:cubicBezTo>
                  <a:cubicBezTo>
                    <a:pt x="2342864" y="579195"/>
                    <a:pt x="2340007" y="583862"/>
                    <a:pt x="2342388" y="587482"/>
                  </a:cubicBezTo>
                  <a:cubicBezTo>
                    <a:pt x="2344579" y="591006"/>
                    <a:pt x="2345817" y="592816"/>
                    <a:pt x="2347913" y="600627"/>
                  </a:cubicBezTo>
                  <a:cubicBezTo>
                    <a:pt x="2350389" y="605865"/>
                    <a:pt x="2354485" y="603293"/>
                    <a:pt x="2356580" y="609580"/>
                  </a:cubicBezTo>
                  <a:cubicBezTo>
                    <a:pt x="2361629" y="615962"/>
                    <a:pt x="2359438" y="616343"/>
                    <a:pt x="2362295" y="617676"/>
                  </a:cubicBezTo>
                  <a:cubicBezTo>
                    <a:pt x="2370201" y="621296"/>
                    <a:pt x="2382774" y="623867"/>
                    <a:pt x="2388680" y="617676"/>
                  </a:cubicBezTo>
                  <a:cubicBezTo>
                    <a:pt x="2388680" y="617676"/>
                    <a:pt x="2391823" y="611009"/>
                    <a:pt x="2400586" y="602151"/>
                  </a:cubicBezTo>
                  <a:cubicBezTo>
                    <a:pt x="2400586" y="602151"/>
                    <a:pt x="2419064" y="593483"/>
                    <a:pt x="2424017" y="598531"/>
                  </a:cubicBezTo>
                  <a:cubicBezTo>
                    <a:pt x="2430209" y="604817"/>
                    <a:pt x="2422493" y="607770"/>
                    <a:pt x="2429828" y="614057"/>
                  </a:cubicBezTo>
                  <a:cubicBezTo>
                    <a:pt x="2430590" y="614628"/>
                    <a:pt x="2426208" y="617486"/>
                    <a:pt x="2428875" y="618343"/>
                  </a:cubicBezTo>
                  <a:cubicBezTo>
                    <a:pt x="2430209" y="618819"/>
                    <a:pt x="2428399" y="621867"/>
                    <a:pt x="2430875" y="622820"/>
                  </a:cubicBezTo>
                  <a:lnTo>
                    <a:pt x="2431828" y="627296"/>
                  </a:lnTo>
                  <a:cubicBezTo>
                    <a:pt x="2433828" y="628249"/>
                    <a:pt x="2432399" y="634536"/>
                    <a:pt x="2434781" y="635488"/>
                  </a:cubicBezTo>
                  <a:cubicBezTo>
                    <a:pt x="2440210" y="637869"/>
                    <a:pt x="2442686" y="645965"/>
                    <a:pt x="2442686" y="645965"/>
                  </a:cubicBezTo>
                  <a:cubicBezTo>
                    <a:pt x="2446401" y="647775"/>
                    <a:pt x="2443448" y="660920"/>
                    <a:pt x="2447639" y="662634"/>
                  </a:cubicBezTo>
                  <a:cubicBezTo>
                    <a:pt x="2451163" y="664253"/>
                    <a:pt x="2458593" y="665492"/>
                    <a:pt x="2462403" y="667206"/>
                  </a:cubicBezTo>
                  <a:cubicBezTo>
                    <a:pt x="2462879" y="667397"/>
                    <a:pt x="2465356" y="664634"/>
                    <a:pt x="2467261" y="657395"/>
                  </a:cubicBezTo>
                  <a:cubicBezTo>
                    <a:pt x="2468118" y="654347"/>
                    <a:pt x="2487549" y="652538"/>
                    <a:pt x="2492788" y="650633"/>
                  </a:cubicBezTo>
                  <a:cubicBezTo>
                    <a:pt x="2495741" y="649109"/>
                    <a:pt x="2501742" y="655871"/>
                    <a:pt x="2504504" y="634821"/>
                  </a:cubicBezTo>
                  <a:cubicBezTo>
                    <a:pt x="2505361" y="631773"/>
                    <a:pt x="2503456" y="626630"/>
                    <a:pt x="2504313" y="623582"/>
                  </a:cubicBezTo>
                  <a:cubicBezTo>
                    <a:pt x="2505170" y="620153"/>
                    <a:pt x="2496503" y="615771"/>
                    <a:pt x="2497169" y="613295"/>
                  </a:cubicBezTo>
                  <a:cubicBezTo>
                    <a:pt x="2497836" y="610437"/>
                    <a:pt x="2498408" y="608437"/>
                    <a:pt x="2498598" y="607675"/>
                  </a:cubicBezTo>
                  <a:cubicBezTo>
                    <a:pt x="2499741" y="602817"/>
                    <a:pt x="2511552" y="609770"/>
                    <a:pt x="2512790" y="604436"/>
                  </a:cubicBezTo>
                  <a:cubicBezTo>
                    <a:pt x="2513552" y="601388"/>
                    <a:pt x="2521649" y="595007"/>
                    <a:pt x="2522315" y="591959"/>
                  </a:cubicBezTo>
                  <a:cubicBezTo>
                    <a:pt x="2522887" y="589578"/>
                    <a:pt x="2531269" y="584053"/>
                    <a:pt x="2531745" y="581672"/>
                  </a:cubicBezTo>
                  <a:cubicBezTo>
                    <a:pt x="2532888" y="577005"/>
                    <a:pt x="2522696" y="576814"/>
                    <a:pt x="2523839" y="572337"/>
                  </a:cubicBezTo>
                  <a:lnTo>
                    <a:pt x="2504313" y="565765"/>
                  </a:lnTo>
                  <a:lnTo>
                    <a:pt x="2504313" y="557859"/>
                  </a:lnTo>
                  <a:cubicBezTo>
                    <a:pt x="2504789" y="555859"/>
                    <a:pt x="2499741" y="548906"/>
                    <a:pt x="2500122" y="547096"/>
                  </a:cubicBezTo>
                  <a:cubicBezTo>
                    <a:pt x="2500694" y="545762"/>
                    <a:pt x="2501742" y="543000"/>
                    <a:pt x="2507456" y="541571"/>
                  </a:cubicBezTo>
                  <a:cubicBezTo>
                    <a:pt x="2513743" y="539571"/>
                    <a:pt x="2507742" y="534523"/>
                    <a:pt x="2507933" y="533570"/>
                  </a:cubicBezTo>
                  <a:lnTo>
                    <a:pt x="2513362" y="532046"/>
                  </a:lnTo>
                  <a:lnTo>
                    <a:pt x="2516124" y="525665"/>
                  </a:lnTo>
                  <a:lnTo>
                    <a:pt x="2518982" y="520616"/>
                  </a:lnTo>
                  <a:cubicBezTo>
                    <a:pt x="2520601" y="515378"/>
                    <a:pt x="2522220" y="516806"/>
                    <a:pt x="2522696" y="517092"/>
                  </a:cubicBezTo>
                  <a:cubicBezTo>
                    <a:pt x="2526506" y="518807"/>
                    <a:pt x="2529078" y="509663"/>
                    <a:pt x="2533079" y="511472"/>
                  </a:cubicBezTo>
                  <a:cubicBezTo>
                    <a:pt x="2536412" y="512901"/>
                    <a:pt x="2534222" y="504614"/>
                    <a:pt x="2538508" y="502233"/>
                  </a:cubicBezTo>
                  <a:cubicBezTo>
                    <a:pt x="2542127" y="500804"/>
                    <a:pt x="2544604" y="498423"/>
                    <a:pt x="2547080" y="499471"/>
                  </a:cubicBezTo>
                  <a:cubicBezTo>
                    <a:pt x="2550509" y="498804"/>
                    <a:pt x="2547080" y="494708"/>
                    <a:pt x="2551652" y="492422"/>
                  </a:cubicBezTo>
                  <a:cubicBezTo>
                    <a:pt x="2554891" y="491660"/>
                    <a:pt x="2552129" y="480611"/>
                    <a:pt x="2555081" y="481945"/>
                  </a:cubicBezTo>
                  <a:cubicBezTo>
                    <a:pt x="2557844" y="483183"/>
                    <a:pt x="2553938" y="469562"/>
                    <a:pt x="2556701" y="468800"/>
                  </a:cubicBezTo>
                  <a:cubicBezTo>
                    <a:pt x="2559558" y="467657"/>
                    <a:pt x="2570226" y="461942"/>
                    <a:pt x="2571560" y="462609"/>
                  </a:cubicBezTo>
                  <a:cubicBezTo>
                    <a:pt x="2573084" y="463276"/>
                    <a:pt x="2582609" y="459275"/>
                    <a:pt x="2587562" y="461180"/>
                  </a:cubicBezTo>
                  <a:cubicBezTo>
                    <a:pt x="2592800" y="463276"/>
                    <a:pt x="2594229" y="467086"/>
                    <a:pt x="2595182" y="469467"/>
                  </a:cubicBezTo>
                  <a:cubicBezTo>
                    <a:pt x="2595467" y="471086"/>
                    <a:pt x="2594801" y="472229"/>
                    <a:pt x="2593753" y="474992"/>
                  </a:cubicBezTo>
                  <a:cubicBezTo>
                    <a:pt x="2593562" y="477944"/>
                    <a:pt x="2590705" y="478135"/>
                    <a:pt x="2590134" y="481278"/>
                  </a:cubicBezTo>
                  <a:cubicBezTo>
                    <a:pt x="2589657" y="484136"/>
                    <a:pt x="2582609" y="486517"/>
                    <a:pt x="2581847" y="489660"/>
                  </a:cubicBezTo>
                  <a:cubicBezTo>
                    <a:pt x="2581466" y="492041"/>
                    <a:pt x="2574131" y="493375"/>
                    <a:pt x="2573560" y="495851"/>
                  </a:cubicBezTo>
                  <a:cubicBezTo>
                    <a:pt x="2573084" y="497947"/>
                    <a:pt x="2568035" y="504900"/>
                    <a:pt x="2568035" y="504900"/>
                  </a:cubicBezTo>
                  <a:cubicBezTo>
                    <a:pt x="2567273" y="508139"/>
                    <a:pt x="2557844" y="509186"/>
                    <a:pt x="2557844" y="509186"/>
                  </a:cubicBezTo>
                  <a:cubicBezTo>
                    <a:pt x="2557844" y="509186"/>
                    <a:pt x="2551176" y="509948"/>
                    <a:pt x="2550224" y="512806"/>
                  </a:cubicBezTo>
                  <a:cubicBezTo>
                    <a:pt x="2549271" y="516521"/>
                    <a:pt x="2551367" y="516044"/>
                    <a:pt x="2550414" y="519854"/>
                  </a:cubicBezTo>
                  <a:cubicBezTo>
                    <a:pt x="2550319" y="520331"/>
                    <a:pt x="2550795" y="523855"/>
                    <a:pt x="2551557" y="529189"/>
                  </a:cubicBezTo>
                  <a:cubicBezTo>
                    <a:pt x="2551843" y="531665"/>
                    <a:pt x="2552319" y="534523"/>
                    <a:pt x="2552795" y="537666"/>
                  </a:cubicBezTo>
                  <a:cubicBezTo>
                    <a:pt x="2553367" y="541857"/>
                    <a:pt x="2550509" y="546905"/>
                    <a:pt x="2551271" y="551954"/>
                  </a:cubicBezTo>
                  <a:cubicBezTo>
                    <a:pt x="2551652" y="554621"/>
                    <a:pt x="2549367" y="562241"/>
                    <a:pt x="2549747" y="565003"/>
                  </a:cubicBezTo>
                  <a:lnTo>
                    <a:pt x="2556796" y="565384"/>
                  </a:lnTo>
                  <a:cubicBezTo>
                    <a:pt x="2557558" y="571004"/>
                    <a:pt x="2565559" y="567765"/>
                    <a:pt x="2566321" y="573099"/>
                  </a:cubicBezTo>
                  <a:cubicBezTo>
                    <a:pt x="2566797" y="575385"/>
                    <a:pt x="2577751" y="573004"/>
                    <a:pt x="2578037" y="575195"/>
                  </a:cubicBezTo>
                  <a:lnTo>
                    <a:pt x="2591848" y="581005"/>
                  </a:lnTo>
                  <a:cubicBezTo>
                    <a:pt x="2594134" y="583577"/>
                    <a:pt x="2601849" y="580338"/>
                    <a:pt x="2608326" y="580243"/>
                  </a:cubicBezTo>
                  <a:cubicBezTo>
                    <a:pt x="2618137" y="580053"/>
                    <a:pt x="2623852" y="573004"/>
                    <a:pt x="2630424" y="572813"/>
                  </a:cubicBezTo>
                  <a:cubicBezTo>
                    <a:pt x="2635853" y="573766"/>
                    <a:pt x="2649284" y="575195"/>
                    <a:pt x="2652141" y="576909"/>
                  </a:cubicBezTo>
                  <a:cubicBezTo>
                    <a:pt x="2655665" y="578814"/>
                    <a:pt x="2656713" y="582910"/>
                    <a:pt x="2650903" y="584434"/>
                  </a:cubicBezTo>
                  <a:cubicBezTo>
                    <a:pt x="2646045" y="586530"/>
                    <a:pt x="2619947" y="587482"/>
                    <a:pt x="2611946" y="587482"/>
                  </a:cubicBezTo>
                  <a:cubicBezTo>
                    <a:pt x="2608231" y="586910"/>
                    <a:pt x="2603754" y="585958"/>
                    <a:pt x="2600897" y="587482"/>
                  </a:cubicBezTo>
                  <a:cubicBezTo>
                    <a:pt x="2598134" y="589006"/>
                    <a:pt x="2592134" y="586720"/>
                    <a:pt x="2589276" y="588149"/>
                  </a:cubicBezTo>
                  <a:cubicBezTo>
                    <a:pt x="2585561" y="590149"/>
                    <a:pt x="2580227" y="589387"/>
                    <a:pt x="2576703" y="591197"/>
                  </a:cubicBezTo>
                  <a:cubicBezTo>
                    <a:pt x="2573179" y="592816"/>
                    <a:pt x="2564130" y="594054"/>
                    <a:pt x="2561273" y="595578"/>
                  </a:cubicBezTo>
                  <a:cubicBezTo>
                    <a:pt x="2558510" y="596912"/>
                    <a:pt x="2560701" y="605675"/>
                    <a:pt x="2558605" y="606627"/>
                  </a:cubicBezTo>
                  <a:cubicBezTo>
                    <a:pt x="2555177" y="608246"/>
                    <a:pt x="2561844" y="613199"/>
                    <a:pt x="2561749" y="613199"/>
                  </a:cubicBezTo>
                  <a:cubicBezTo>
                    <a:pt x="2563749" y="614819"/>
                    <a:pt x="2575179" y="614247"/>
                    <a:pt x="2579275" y="613961"/>
                  </a:cubicBezTo>
                  <a:cubicBezTo>
                    <a:pt x="2585180" y="613961"/>
                    <a:pt x="2593848" y="613390"/>
                    <a:pt x="2593086" y="616057"/>
                  </a:cubicBezTo>
                  <a:cubicBezTo>
                    <a:pt x="2592515" y="618343"/>
                    <a:pt x="2594515" y="619962"/>
                    <a:pt x="2594324" y="622058"/>
                  </a:cubicBezTo>
                  <a:cubicBezTo>
                    <a:pt x="2594038" y="625011"/>
                    <a:pt x="2591562" y="628725"/>
                    <a:pt x="2590800" y="631773"/>
                  </a:cubicBezTo>
                  <a:cubicBezTo>
                    <a:pt x="2590229" y="633297"/>
                    <a:pt x="2586704" y="627487"/>
                    <a:pt x="2579656" y="624344"/>
                  </a:cubicBezTo>
                  <a:cubicBezTo>
                    <a:pt x="2574512" y="622534"/>
                    <a:pt x="2566511" y="615009"/>
                    <a:pt x="2565273" y="619676"/>
                  </a:cubicBezTo>
                  <a:cubicBezTo>
                    <a:pt x="2564606" y="622153"/>
                    <a:pt x="2563749" y="624153"/>
                    <a:pt x="2563273" y="626534"/>
                  </a:cubicBezTo>
                  <a:cubicBezTo>
                    <a:pt x="2562987" y="627011"/>
                    <a:pt x="2552414" y="627963"/>
                    <a:pt x="2550033" y="628916"/>
                  </a:cubicBezTo>
                  <a:cubicBezTo>
                    <a:pt x="2547271" y="629963"/>
                    <a:pt x="2545080" y="630726"/>
                    <a:pt x="2546509" y="632726"/>
                  </a:cubicBezTo>
                  <a:cubicBezTo>
                    <a:pt x="2547652" y="634536"/>
                    <a:pt x="2548604" y="634155"/>
                    <a:pt x="2551176" y="635964"/>
                  </a:cubicBezTo>
                  <a:lnTo>
                    <a:pt x="2547842" y="640632"/>
                  </a:lnTo>
                  <a:lnTo>
                    <a:pt x="2549843" y="646632"/>
                  </a:lnTo>
                  <a:cubicBezTo>
                    <a:pt x="2548985" y="649013"/>
                    <a:pt x="2549843" y="653014"/>
                    <a:pt x="2549080" y="654919"/>
                  </a:cubicBezTo>
                  <a:cubicBezTo>
                    <a:pt x="2548128" y="658157"/>
                    <a:pt x="2549652" y="664158"/>
                    <a:pt x="2548795" y="666444"/>
                  </a:cubicBezTo>
                  <a:cubicBezTo>
                    <a:pt x="2547461" y="670445"/>
                    <a:pt x="2535746" y="669302"/>
                    <a:pt x="2535746" y="669302"/>
                  </a:cubicBezTo>
                  <a:cubicBezTo>
                    <a:pt x="2531459" y="668826"/>
                    <a:pt x="2533841" y="677017"/>
                    <a:pt x="2528888" y="678351"/>
                  </a:cubicBezTo>
                  <a:cubicBezTo>
                    <a:pt x="2522792" y="679493"/>
                    <a:pt x="2518220" y="673207"/>
                    <a:pt x="2518220" y="673207"/>
                  </a:cubicBezTo>
                  <a:cubicBezTo>
                    <a:pt x="2515172" y="671016"/>
                    <a:pt x="2512981" y="669492"/>
                    <a:pt x="2509933" y="668540"/>
                  </a:cubicBezTo>
                  <a:cubicBezTo>
                    <a:pt x="2506123" y="667587"/>
                    <a:pt x="2503075" y="674255"/>
                    <a:pt x="2499074" y="673207"/>
                  </a:cubicBezTo>
                  <a:cubicBezTo>
                    <a:pt x="2496217" y="673207"/>
                    <a:pt x="2494693" y="683303"/>
                    <a:pt x="2486406" y="680732"/>
                  </a:cubicBezTo>
                  <a:cubicBezTo>
                    <a:pt x="2479262" y="678636"/>
                    <a:pt x="2475929" y="686447"/>
                    <a:pt x="2472500" y="685399"/>
                  </a:cubicBezTo>
                  <a:cubicBezTo>
                    <a:pt x="2468118" y="684161"/>
                    <a:pt x="2468594" y="681970"/>
                    <a:pt x="2464499" y="680732"/>
                  </a:cubicBezTo>
                  <a:cubicBezTo>
                    <a:pt x="2461260" y="679779"/>
                    <a:pt x="2457641" y="674064"/>
                    <a:pt x="2454497" y="673207"/>
                  </a:cubicBezTo>
                  <a:cubicBezTo>
                    <a:pt x="2452021" y="672445"/>
                    <a:pt x="2449925" y="670826"/>
                    <a:pt x="2447639" y="670064"/>
                  </a:cubicBezTo>
                  <a:cubicBezTo>
                    <a:pt x="2439734" y="667778"/>
                    <a:pt x="2445449" y="663301"/>
                    <a:pt x="2439734" y="661682"/>
                  </a:cubicBezTo>
                  <a:cubicBezTo>
                    <a:pt x="2435257" y="660539"/>
                    <a:pt x="2433542" y="657872"/>
                    <a:pt x="2430780" y="657205"/>
                  </a:cubicBezTo>
                  <a:cubicBezTo>
                    <a:pt x="2426018" y="655967"/>
                    <a:pt x="2427161" y="653586"/>
                    <a:pt x="2420874" y="653490"/>
                  </a:cubicBezTo>
                  <a:cubicBezTo>
                    <a:pt x="2417540" y="653490"/>
                    <a:pt x="2412111" y="654157"/>
                    <a:pt x="2412111" y="654157"/>
                  </a:cubicBezTo>
                  <a:cubicBezTo>
                    <a:pt x="2409444" y="654443"/>
                    <a:pt x="2400110" y="649394"/>
                    <a:pt x="2400110" y="649394"/>
                  </a:cubicBezTo>
                  <a:cubicBezTo>
                    <a:pt x="2394109" y="646537"/>
                    <a:pt x="2384774" y="652442"/>
                    <a:pt x="2384774" y="652442"/>
                  </a:cubicBezTo>
                  <a:cubicBezTo>
                    <a:pt x="2380012" y="653490"/>
                    <a:pt x="2390585" y="660539"/>
                    <a:pt x="2388299" y="663206"/>
                  </a:cubicBezTo>
                  <a:cubicBezTo>
                    <a:pt x="2388299" y="663206"/>
                    <a:pt x="2387251" y="664634"/>
                    <a:pt x="2383441" y="666540"/>
                  </a:cubicBezTo>
                  <a:lnTo>
                    <a:pt x="2380012" y="669588"/>
                  </a:lnTo>
                  <a:lnTo>
                    <a:pt x="2380869" y="671111"/>
                  </a:lnTo>
                  <a:lnTo>
                    <a:pt x="2381441" y="671969"/>
                  </a:lnTo>
                  <a:cubicBezTo>
                    <a:pt x="2382965" y="673778"/>
                    <a:pt x="2386108" y="678446"/>
                    <a:pt x="2383536" y="681494"/>
                  </a:cubicBezTo>
                  <a:cubicBezTo>
                    <a:pt x="2376297" y="685494"/>
                    <a:pt x="2372678" y="683875"/>
                    <a:pt x="2368677" y="682637"/>
                  </a:cubicBezTo>
                  <a:lnTo>
                    <a:pt x="2361248" y="680351"/>
                  </a:lnTo>
                  <a:cubicBezTo>
                    <a:pt x="2361248" y="680351"/>
                    <a:pt x="2352104" y="678636"/>
                    <a:pt x="2347913" y="680541"/>
                  </a:cubicBezTo>
                  <a:cubicBezTo>
                    <a:pt x="2347913" y="680541"/>
                    <a:pt x="2345912" y="681208"/>
                    <a:pt x="2341817" y="682637"/>
                  </a:cubicBezTo>
                  <a:cubicBezTo>
                    <a:pt x="2341817" y="682637"/>
                    <a:pt x="2335625" y="683208"/>
                    <a:pt x="2335625" y="688352"/>
                  </a:cubicBezTo>
                  <a:cubicBezTo>
                    <a:pt x="2335625" y="691114"/>
                    <a:pt x="2336197" y="699782"/>
                    <a:pt x="2336006" y="709116"/>
                  </a:cubicBezTo>
                  <a:cubicBezTo>
                    <a:pt x="2335149" y="711212"/>
                    <a:pt x="2326005" y="716260"/>
                    <a:pt x="2324957" y="718641"/>
                  </a:cubicBezTo>
                  <a:cubicBezTo>
                    <a:pt x="2322005" y="725880"/>
                    <a:pt x="2318004" y="735977"/>
                    <a:pt x="2313432" y="734834"/>
                  </a:cubicBezTo>
                  <a:lnTo>
                    <a:pt x="2301431" y="734834"/>
                  </a:lnTo>
                  <a:cubicBezTo>
                    <a:pt x="2299716" y="738930"/>
                    <a:pt x="2296859" y="737786"/>
                    <a:pt x="2295144" y="741882"/>
                  </a:cubicBezTo>
                  <a:cubicBezTo>
                    <a:pt x="2294192" y="743978"/>
                    <a:pt x="2303431" y="746835"/>
                    <a:pt x="2302478" y="749026"/>
                  </a:cubicBezTo>
                  <a:cubicBezTo>
                    <a:pt x="2301621" y="751217"/>
                    <a:pt x="2295811" y="750264"/>
                    <a:pt x="2294858" y="752550"/>
                  </a:cubicBezTo>
                  <a:cubicBezTo>
                    <a:pt x="2293715" y="755313"/>
                    <a:pt x="2291334" y="754455"/>
                    <a:pt x="2290191" y="757217"/>
                  </a:cubicBezTo>
                  <a:lnTo>
                    <a:pt x="2277904" y="759503"/>
                  </a:lnTo>
                  <a:cubicBezTo>
                    <a:pt x="2275618" y="769028"/>
                    <a:pt x="2267236" y="763123"/>
                    <a:pt x="2267236" y="763123"/>
                  </a:cubicBezTo>
                  <a:lnTo>
                    <a:pt x="2259806" y="755598"/>
                  </a:lnTo>
                  <a:cubicBezTo>
                    <a:pt x="2252567" y="752074"/>
                    <a:pt x="2247805" y="755217"/>
                    <a:pt x="2246186" y="759503"/>
                  </a:cubicBezTo>
                  <a:cubicBezTo>
                    <a:pt x="2244185" y="763980"/>
                    <a:pt x="2250472" y="771695"/>
                    <a:pt x="2240756" y="768647"/>
                  </a:cubicBezTo>
                  <a:cubicBezTo>
                    <a:pt x="2240756" y="768647"/>
                    <a:pt x="2233613" y="764076"/>
                    <a:pt x="2230279" y="769314"/>
                  </a:cubicBezTo>
                  <a:lnTo>
                    <a:pt x="2227326" y="774077"/>
                  </a:lnTo>
                  <a:cubicBezTo>
                    <a:pt x="2222659" y="774553"/>
                    <a:pt x="2220944" y="767219"/>
                    <a:pt x="2213515" y="771124"/>
                  </a:cubicBezTo>
                  <a:cubicBezTo>
                    <a:pt x="2210276" y="772172"/>
                    <a:pt x="2207895" y="774553"/>
                    <a:pt x="2210276" y="779982"/>
                  </a:cubicBezTo>
                  <a:cubicBezTo>
                    <a:pt x="2211705" y="783411"/>
                    <a:pt x="2217134" y="788078"/>
                    <a:pt x="2218754" y="791793"/>
                  </a:cubicBezTo>
                  <a:cubicBezTo>
                    <a:pt x="2220944" y="796842"/>
                    <a:pt x="2228660" y="789031"/>
                    <a:pt x="2230850" y="794270"/>
                  </a:cubicBezTo>
                  <a:cubicBezTo>
                    <a:pt x="2233232" y="799699"/>
                    <a:pt x="2245233" y="795413"/>
                    <a:pt x="2247329" y="800366"/>
                  </a:cubicBezTo>
                  <a:cubicBezTo>
                    <a:pt x="2248186" y="801890"/>
                    <a:pt x="2249519" y="806176"/>
                    <a:pt x="2251139" y="811796"/>
                  </a:cubicBezTo>
                  <a:cubicBezTo>
                    <a:pt x="2252186" y="814844"/>
                    <a:pt x="2253139" y="818273"/>
                    <a:pt x="2254187" y="821892"/>
                  </a:cubicBezTo>
                  <a:cubicBezTo>
                    <a:pt x="2255234" y="825512"/>
                    <a:pt x="2256473" y="829131"/>
                    <a:pt x="2257425" y="832751"/>
                  </a:cubicBezTo>
                  <a:cubicBezTo>
                    <a:pt x="2258949" y="837990"/>
                    <a:pt x="2255044" y="841418"/>
                    <a:pt x="2256282" y="845514"/>
                  </a:cubicBezTo>
                  <a:cubicBezTo>
                    <a:pt x="2257806" y="850372"/>
                    <a:pt x="2250662" y="848848"/>
                    <a:pt x="2249900" y="851610"/>
                  </a:cubicBezTo>
                  <a:cubicBezTo>
                    <a:pt x="2250091" y="855706"/>
                    <a:pt x="2248472" y="855325"/>
                    <a:pt x="2245043" y="859611"/>
                  </a:cubicBezTo>
                  <a:cubicBezTo>
                    <a:pt x="2244376" y="860468"/>
                    <a:pt x="2241804" y="862850"/>
                    <a:pt x="2236946" y="860088"/>
                  </a:cubicBezTo>
                  <a:cubicBezTo>
                    <a:pt x="2231803" y="859802"/>
                    <a:pt x="2235994" y="856563"/>
                    <a:pt x="2235803" y="855420"/>
                  </a:cubicBezTo>
                  <a:cubicBezTo>
                    <a:pt x="2234565" y="850086"/>
                    <a:pt x="2228850" y="855230"/>
                    <a:pt x="2223421" y="854087"/>
                  </a:cubicBezTo>
                  <a:cubicBezTo>
                    <a:pt x="2219801" y="853515"/>
                    <a:pt x="2219801" y="847419"/>
                    <a:pt x="2211419" y="850563"/>
                  </a:cubicBezTo>
                  <a:cubicBezTo>
                    <a:pt x="2201704" y="856659"/>
                    <a:pt x="2192465" y="848276"/>
                    <a:pt x="2185226" y="847991"/>
                  </a:cubicBezTo>
                  <a:cubicBezTo>
                    <a:pt x="2175891" y="849134"/>
                    <a:pt x="2167985" y="850086"/>
                    <a:pt x="2166461" y="851610"/>
                  </a:cubicBezTo>
                  <a:cubicBezTo>
                    <a:pt x="2166461" y="851610"/>
                    <a:pt x="2156365" y="855039"/>
                    <a:pt x="2153698" y="857897"/>
                  </a:cubicBezTo>
                  <a:cubicBezTo>
                    <a:pt x="2145602" y="861611"/>
                    <a:pt x="2156270" y="871994"/>
                    <a:pt x="2154079" y="873994"/>
                  </a:cubicBezTo>
                  <a:cubicBezTo>
                    <a:pt x="2151698" y="876566"/>
                    <a:pt x="2155222" y="878090"/>
                    <a:pt x="2151983" y="885329"/>
                  </a:cubicBezTo>
                  <a:cubicBezTo>
                    <a:pt x="2150555" y="890663"/>
                    <a:pt x="2149221" y="899140"/>
                    <a:pt x="2149221" y="899140"/>
                  </a:cubicBezTo>
                  <a:cubicBezTo>
                    <a:pt x="2148554" y="903236"/>
                    <a:pt x="2148935" y="908474"/>
                    <a:pt x="2145506" y="911713"/>
                  </a:cubicBezTo>
                  <a:cubicBezTo>
                    <a:pt x="2142649" y="914666"/>
                    <a:pt x="2147792" y="915428"/>
                    <a:pt x="2144935" y="918190"/>
                  </a:cubicBezTo>
                  <a:cubicBezTo>
                    <a:pt x="2141696" y="921428"/>
                    <a:pt x="2149126" y="924095"/>
                    <a:pt x="2146173" y="926953"/>
                  </a:cubicBezTo>
                  <a:cubicBezTo>
                    <a:pt x="2143697" y="929525"/>
                    <a:pt x="2147983" y="931239"/>
                    <a:pt x="2145792" y="933335"/>
                  </a:cubicBezTo>
                  <a:lnTo>
                    <a:pt x="2146840" y="942384"/>
                  </a:lnTo>
                  <a:cubicBezTo>
                    <a:pt x="2146840" y="942384"/>
                    <a:pt x="2149031" y="950480"/>
                    <a:pt x="2155793" y="951432"/>
                  </a:cubicBezTo>
                  <a:cubicBezTo>
                    <a:pt x="2161604" y="953528"/>
                    <a:pt x="2167509" y="944574"/>
                    <a:pt x="2176653" y="944955"/>
                  </a:cubicBezTo>
                  <a:cubicBezTo>
                    <a:pt x="2182178" y="945146"/>
                    <a:pt x="2188559" y="964767"/>
                    <a:pt x="2195417" y="965053"/>
                  </a:cubicBezTo>
                  <a:cubicBezTo>
                    <a:pt x="2204847" y="965434"/>
                    <a:pt x="2215896" y="957528"/>
                    <a:pt x="2224850" y="957909"/>
                  </a:cubicBezTo>
                  <a:cubicBezTo>
                    <a:pt x="2237042" y="958481"/>
                    <a:pt x="2239518" y="958195"/>
                    <a:pt x="2244281" y="955338"/>
                  </a:cubicBezTo>
                  <a:cubicBezTo>
                    <a:pt x="2244947" y="955338"/>
                    <a:pt x="2247138" y="952861"/>
                    <a:pt x="2250091" y="948575"/>
                  </a:cubicBezTo>
                  <a:cubicBezTo>
                    <a:pt x="2252948" y="944669"/>
                    <a:pt x="2262950" y="947432"/>
                    <a:pt x="2266855" y="941145"/>
                  </a:cubicBezTo>
                  <a:lnTo>
                    <a:pt x="2270189" y="934763"/>
                  </a:lnTo>
                  <a:cubicBezTo>
                    <a:pt x="2272284" y="931430"/>
                    <a:pt x="2267236" y="921809"/>
                    <a:pt x="2269427" y="918285"/>
                  </a:cubicBezTo>
                  <a:cubicBezTo>
                    <a:pt x="2273999" y="910951"/>
                    <a:pt x="2266950" y="913618"/>
                    <a:pt x="2271236" y="906569"/>
                  </a:cubicBezTo>
                  <a:cubicBezTo>
                    <a:pt x="2281238" y="891044"/>
                    <a:pt x="2279999" y="902664"/>
                    <a:pt x="2282381" y="902855"/>
                  </a:cubicBezTo>
                  <a:cubicBezTo>
                    <a:pt x="2289048" y="903236"/>
                    <a:pt x="2292953" y="901712"/>
                    <a:pt x="2292763" y="898568"/>
                  </a:cubicBezTo>
                  <a:lnTo>
                    <a:pt x="2296763" y="894949"/>
                  </a:lnTo>
                  <a:cubicBezTo>
                    <a:pt x="2303336" y="892187"/>
                    <a:pt x="2303621" y="888663"/>
                    <a:pt x="2303621" y="888663"/>
                  </a:cubicBezTo>
                  <a:cubicBezTo>
                    <a:pt x="2308479" y="887615"/>
                    <a:pt x="2310956" y="886186"/>
                    <a:pt x="2314480" y="883995"/>
                  </a:cubicBezTo>
                  <a:lnTo>
                    <a:pt x="2318576" y="879423"/>
                  </a:lnTo>
                  <a:lnTo>
                    <a:pt x="2320766" y="876566"/>
                  </a:lnTo>
                  <a:cubicBezTo>
                    <a:pt x="2322290" y="873994"/>
                    <a:pt x="2323148" y="870184"/>
                    <a:pt x="2323148" y="870184"/>
                  </a:cubicBezTo>
                  <a:cubicBezTo>
                    <a:pt x="2323338" y="867422"/>
                    <a:pt x="2320481" y="856373"/>
                    <a:pt x="2325815" y="856468"/>
                  </a:cubicBezTo>
                  <a:cubicBezTo>
                    <a:pt x="2332387" y="856754"/>
                    <a:pt x="2331053" y="863802"/>
                    <a:pt x="2338007" y="863897"/>
                  </a:cubicBezTo>
                  <a:cubicBezTo>
                    <a:pt x="2348865" y="858944"/>
                    <a:pt x="2347532" y="867326"/>
                    <a:pt x="2356580" y="867612"/>
                  </a:cubicBezTo>
                  <a:cubicBezTo>
                    <a:pt x="2361152" y="866660"/>
                    <a:pt x="2361152" y="865136"/>
                    <a:pt x="2367344" y="862659"/>
                  </a:cubicBezTo>
                  <a:cubicBezTo>
                    <a:pt x="2373249" y="861040"/>
                    <a:pt x="2369630" y="857611"/>
                    <a:pt x="2375249" y="857706"/>
                  </a:cubicBezTo>
                  <a:cubicBezTo>
                    <a:pt x="2384012" y="857992"/>
                    <a:pt x="2374297" y="847515"/>
                    <a:pt x="2383250" y="847800"/>
                  </a:cubicBezTo>
                  <a:cubicBezTo>
                    <a:pt x="2391823" y="847800"/>
                    <a:pt x="2380583" y="841418"/>
                    <a:pt x="2389537" y="841609"/>
                  </a:cubicBezTo>
                  <a:cubicBezTo>
                    <a:pt x="2398681" y="841895"/>
                    <a:pt x="2392299" y="846181"/>
                    <a:pt x="2401729" y="846562"/>
                  </a:cubicBezTo>
                  <a:cubicBezTo>
                    <a:pt x="2408301" y="846753"/>
                    <a:pt x="2406015" y="851229"/>
                    <a:pt x="2411063" y="852753"/>
                  </a:cubicBezTo>
                  <a:cubicBezTo>
                    <a:pt x="2413730" y="853611"/>
                    <a:pt x="2413254" y="860373"/>
                    <a:pt x="2413730" y="860945"/>
                  </a:cubicBezTo>
                  <a:cubicBezTo>
                    <a:pt x="2413730" y="860945"/>
                    <a:pt x="2416969" y="860088"/>
                    <a:pt x="2418874" y="865612"/>
                  </a:cubicBezTo>
                  <a:cubicBezTo>
                    <a:pt x="2419826" y="868088"/>
                    <a:pt x="2418588" y="872946"/>
                    <a:pt x="2421827" y="873803"/>
                  </a:cubicBezTo>
                  <a:cubicBezTo>
                    <a:pt x="2426018" y="875804"/>
                    <a:pt x="2430018" y="871899"/>
                    <a:pt x="2430304" y="872565"/>
                  </a:cubicBezTo>
                  <a:cubicBezTo>
                    <a:pt x="2434685" y="874184"/>
                    <a:pt x="2431923" y="878280"/>
                    <a:pt x="2432590" y="880090"/>
                  </a:cubicBezTo>
                  <a:lnTo>
                    <a:pt x="2437257" y="882471"/>
                  </a:lnTo>
                  <a:lnTo>
                    <a:pt x="2445163" y="888853"/>
                  </a:lnTo>
                  <a:lnTo>
                    <a:pt x="2450306" y="892663"/>
                  </a:lnTo>
                  <a:lnTo>
                    <a:pt x="2455831" y="894282"/>
                  </a:lnTo>
                  <a:lnTo>
                    <a:pt x="2459641" y="896759"/>
                  </a:lnTo>
                  <a:lnTo>
                    <a:pt x="2464784" y="898854"/>
                  </a:lnTo>
                  <a:cubicBezTo>
                    <a:pt x="2464784" y="898854"/>
                    <a:pt x="2467928" y="899045"/>
                    <a:pt x="2471642" y="901617"/>
                  </a:cubicBezTo>
                  <a:cubicBezTo>
                    <a:pt x="2472500" y="904188"/>
                    <a:pt x="2479929" y="904950"/>
                    <a:pt x="2479929" y="904950"/>
                  </a:cubicBezTo>
                  <a:cubicBezTo>
                    <a:pt x="2490978" y="907617"/>
                    <a:pt x="2488883" y="912856"/>
                    <a:pt x="2490788" y="916761"/>
                  </a:cubicBezTo>
                  <a:cubicBezTo>
                    <a:pt x="2491930" y="919333"/>
                    <a:pt x="2494598" y="923143"/>
                    <a:pt x="2489073" y="925048"/>
                  </a:cubicBezTo>
                  <a:lnTo>
                    <a:pt x="2479834" y="928096"/>
                  </a:lnTo>
                  <a:cubicBezTo>
                    <a:pt x="2473071" y="928001"/>
                    <a:pt x="2475071" y="931049"/>
                    <a:pt x="2467261" y="930763"/>
                  </a:cubicBezTo>
                  <a:cubicBezTo>
                    <a:pt x="2462498" y="930668"/>
                    <a:pt x="2456117" y="928382"/>
                    <a:pt x="2451354" y="928096"/>
                  </a:cubicBezTo>
                  <a:cubicBezTo>
                    <a:pt x="2446401" y="928001"/>
                    <a:pt x="2445163" y="930763"/>
                    <a:pt x="2443258" y="930763"/>
                  </a:cubicBezTo>
                  <a:lnTo>
                    <a:pt x="2437733" y="932573"/>
                  </a:lnTo>
                  <a:cubicBezTo>
                    <a:pt x="2436305" y="932954"/>
                    <a:pt x="2434685" y="935049"/>
                    <a:pt x="2437257" y="937145"/>
                  </a:cubicBezTo>
                  <a:cubicBezTo>
                    <a:pt x="2437448" y="937526"/>
                    <a:pt x="2440686" y="939336"/>
                    <a:pt x="2445258" y="940955"/>
                  </a:cubicBezTo>
                  <a:cubicBezTo>
                    <a:pt x="2449259" y="942384"/>
                    <a:pt x="2451068" y="950099"/>
                    <a:pt x="2457545" y="946574"/>
                  </a:cubicBezTo>
                  <a:cubicBezTo>
                    <a:pt x="2461641" y="944193"/>
                    <a:pt x="2464213" y="950099"/>
                    <a:pt x="2464213" y="950099"/>
                  </a:cubicBezTo>
                  <a:cubicBezTo>
                    <a:pt x="2469261" y="951813"/>
                    <a:pt x="2471642" y="953909"/>
                    <a:pt x="2475357" y="955242"/>
                  </a:cubicBezTo>
                  <a:cubicBezTo>
                    <a:pt x="2480120" y="956861"/>
                    <a:pt x="2483168" y="951337"/>
                    <a:pt x="2483168" y="951337"/>
                  </a:cubicBezTo>
                  <a:lnTo>
                    <a:pt x="2484215" y="947622"/>
                  </a:lnTo>
                  <a:cubicBezTo>
                    <a:pt x="2484025" y="944193"/>
                    <a:pt x="2483072" y="939812"/>
                    <a:pt x="2486311" y="939812"/>
                  </a:cubicBezTo>
                  <a:cubicBezTo>
                    <a:pt x="2490788" y="937907"/>
                    <a:pt x="2495169" y="936764"/>
                    <a:pt x="2497265" y="935811"/>
                  </a:cubicBezTo>
                  <a:lnTo>
                    <a:pt x="2503646" y="932001"/>
                  </a:lnTo>
                  <a:cubicBezTo>
                    <a:pt x="2503646" y="932001"/>
                    <a:pt x="2508409" y="924762"/>
                    <a:pt x="2508123" y="920381"/>
                  </a:cubicBezTo>
                  <a:lnTo>
                    <a:pt x="2506599" y="909808"/>
                  </a:lnTo>
                  <a:lnTo>
                    <a:pt x="2503932" y="906093"/>
                  </a:lnTo>
                  <a:lnTo>
                    <a:pt x="2504789" y="904569"/>
                  </a:lnTo>
                  <a:lnTo>
                    <a:pt x="2506790" y="903236"/>
                  </a:lnTo>
                  <a:cubicBezTo>
                    <a:pt x="2508218" y="903236"/>
                    <a:pt x="2510695" y="904474"/>
                    <a:pt x="2513457" y="905236"/>
                  </a:cubicBezTo>
                  <a:cubicBezTo>
                    <a:pt x="2516219" y="907046"/>
                    <a:pt x="2517743" y="908760"/>
                    <a:pt x="2520505" y="910284"/>
                  </a:cubicBezTo>
                  <a:cubicBezTo>
                    <a:pt x="2524887" y="912094"/>
                    <a:pt x="2526983" y="912761"/>
                    <a:pt x="2526983" y="912761"/>
                  </a:cubicBezTo>
                  <a:lnTo>
                    <a:pt x="2531364" y="911808"/>
                  </a:lnTo>
                  <a:lnTo>
                    <a:pt x="2532221" y="909713"/>
                  </a:lnTo>
                  <a:lnTo>
                    <a:pt x="2531459" y="906760"/>
                  </a:lnTo>
                  <a:lnTo>
                    <a:pt x="2528888" y="902664"/>
                  </a:lnTo>
                  <a:lnTo>
                    <a:pt x="2528697" y="900092"/>
                  </a:lnTo>
                  <a:lnTo>
                    <a:pt x="2529650" y="895806"/>
                  </a:lnTo>
                  <a:lnTo>
                    <a:pt x="2528316" y="893711"/>
                  </a:lnTo>
                  <a:lnTo>
                    <a:pt x="2526221" y="892568"/>
                  </a:lnTo>
                  <a:lnTo>
                    <a:pt x="2521268" y="894282"/>
                  </a:lnTo>
                  <a:cubicBezTo>
                    <a:pt x="2517838" y="894568"/>
                    <a:pt x="2517362" y="891901"/>
                    <a:pt x="2514886" y="890853"/>
                  </a:cubicBezTo>
                  <a:cubicBezTo>
                    <a:pt x="2510885" y="890377"/>
                    <a:pt x="2509552" y="886948"/>
                    <a:pt x="2506504" y="885805"/>
                  </a:cubicBezTo>
                  <a:lnTo>
                    <a:pt x="2497169" y="882090"/>
                  </a:lnTo>
                  <a:lnTo>
                    <a:pt x="2484596" y="879042"/>
                  </a:lnTo>
                  <a:cubicBezTo>
                    <a:pt x="2481548" y="877899"/>
                    <a:pt x="2478310" y="875899"/>
                    <a:pt x="2478310" y="875899"/>
                  </a:cubicBezTo>
                  <a:cubicBezTo>
                    <a:pt x="2476405" y="874851"/>
                    <a:pt x="2475452" y="876090"/>
                    <a:pt x="2476024" y="871708"/>
                  </a:cubicBezTo>
                  <a:cubicBezTo>
                    <a:pt x="2476405" y="867707"/>
                    <a:pt x="2469642" y="867517"/>
                    <a:pt x="2471928" y="864183"/>
                  </a:cubicBezTo>
                  <a:cubicBezTo>
                    <a:pt x="2472309" y="860849"/>
                    <a:pt x="2457450" y="854372"/>
                    <a:pt x="2462498" y="854182"/>
                  </a:cubicBezTo>
                  <a:cubicBezTo>
                    <a:pt x="2465356" y="854182"/>
                    <a:pt x="2462975" y="848467"/>
                    <a:pt x="2458307" y="848372"/>
                  </a:cubicBezTo>
                  <a:cubicBezTo>
                    <a:pt x="2455450" y="849134"/>
                    <a:pt x="2451068" y="850182"/>
                    <a:pt x="2448116" y="847610"/>
                  </a:cubicBezTo>
                  <a:cubicBezTo>
                    <a:pt x="2445068" y="844562"/>
                    <a:pt x="2447639" y="840180"/>
                    <a:pt x="2449068" y="838561"/>
                  </a:cubicBezTo>
                  <a:cubicBezTo>
                    <a:pt x="2452021" y="835989"/>
                    <a:pt x="2451926" y="832846"/>
                    <a:pt x="2455640" y="832846"/>
                  </a:cubicBezTo>
                  <a:cubicBezTo>
                    <a:pt x="2460117" y="832751"/>
                    <a:pt x="2462213" y="836561"/>
                    <a:pt x="2466499" y="836465"/>
                  </a:cubicBezTo>
                  <a:cubicBezTo>
                    <a:pt x="2472309" y="836465"/>
                    <a:pt x="2465546" y="843990"/>
                    <a:pt x="2471357" y="843990"/>
                  </a:cubicBezTo>
                  <a:cubicBezTo>
                    <a:pt x="2472214" y="843990"/>
                    <a:pt x="2468975" y="847324"/>
                    <a:pt x="2475834" y="852563"/>
                  </a:cubicBezTo>
                  <a:cubicBezTo>
                    <a:pt x="2478500" y="854468"/>
                    <a:pt x="2483453" y="853706"/>
                    <a:pt x="2486787" y="856182"/>
                  </a:cubicBezTo>
                  <a:cubicBezTo>
                    <a:pt x="2492217" y="860564"/>
                    <a:pt x="2493359" y="856563"/>
                    <a:pt x="2500789" y="862374"/>
                  </a:cubicBezTo>
                  <a:lnTo>
                    <a:pt x="2508599" y="871232"/>
                  </a:lnTo>
                  <a:cubicBezTo>
                    <a:pt x="2511933" y="873803"/>
                    <a:pt x="2520601" y="872089"/>
                    <a:pt x="2524316" y="874851"/>
                  </a:cubicBezTo>
                  <a:cubicBezTo>
                    <a:pt x="2531174" y="880376"/>
                    <a:pt x="2525840" y="873708"/>
                    <a:pt x="2533555" y="879899"/>
                  </a:cubicBezTo>
                  <a:cubicBezTo>
                    <a:pt x="2539079" y="884281"/>
                    <a:pt x="2532126" y="885138"/>
                    <a:pt x="2533745" y="888663"/>
                  </a:cubicBezTo>
                  <a:cubicBezTo>
                    <a:pt x="2538984" y="892663"/>
                    <a:pt x="2532602" y="894092"/>
                    <a:pt x="2537174" y="897521"/>
                  </a:cubicBezTo>
                  <a:cubicBezTo>
                    <a:pt x="2541746" y="901140"/>
                    <a:pt x="2540984" y="903998"/>
                    <a:pt x="2542032" y="906284"/>
                  </a:cubicBezTo>
                  <a:lnTo>
                    <a:pt x="2542032" y="911427"/>
                  </a:lnTo>
                  <a:cubicBezTo>
                    <a:pt x="2543937" y="915999"/>
                    <a:pt x="2546223" y="918476"/>
                    <a:pt x="2548604" y="920286"/>
                  </a:cubicBezTo>
                  <a:cubicBezTo>
                    <a:pt x="2554796" y="925429"/>
                    <a:pt x="2551938" y="915237"/>
                    <a:pt x="2558129" y="920286"/>
                  </a:cubicBezTo>
                  <a:cubicBezTo>
                    <a:pt x="2560987" y="922762"/>
                    <a:pt x="2558320" y="929334"/>
                    <a:pt x="2558320" y="929334"/>
                  </a:cubicBezTo>
                  <a:cubicBezTo>
                    <a:pt x="2558129" y="933716"/>
                    <a:pt x="2563654" y="938383"/>
                    <a:pt x="2566416" y="940859"/>
                  </a:cubicBezTo>
                  <a:cubicBezTo>
                    <a:pt x="2570988" y="944574"/>
                    <a:pt x="2564987" y="947241"/>
                    <a:pt x="2569845" y="947241"/>
                  </a:cubicBezTo>
                  <a:lnTo>
                    <a:pt x="2574036" y="955338"/>
                  </a:lnTo>
                  <a:cubicBezTo>
                    <a:pt x="2574798" y="956099"/>
                    <a:pt x="2582799" y="952480"/>
                    <a:pt x="2585561" y="950765"/>
                  </a:cubicBezTo>
                  <a:cubicBezTo>
                    <a:pt x="2589752" y="948480"/>
                    <a:pt x="2594134" y="946003"/>
                    <a:pt x="2601373" y="946003"/>
                  </a:cubicBezTo>
                  <a:cubicBezTo>
                    <a:pt x="2605754" y="946003"/>
                    <a:pt x="2600897" y="939526"/>
                    <a:pt x="2605945" y="939526"/>
                  </a:cubicBezTo>
                  <a:cubicBezTo>
                    <a:pt x="2610898" y="939336"/>
                    <a:pt x="2616899" y="937907"/>
                    <a:pt x="2621566" y="934382"/>
                  </a:cubicBezTo>
                  <a:cubicBezTo>
                    <a:pt x="2622233" y="929144"/>
                    <a:pt x="2607564" y="928382"/>
                    <a:pt x="2613279" y="924095"/>
                  </a:cubicBezTo>
                  <a:cubicBezTo>
                    <a:pt x="2618994" y="923905"/>
                    <a:pt x="2596039" y="911427"/>
                    <a:pt x="2601754" y="911332"/>
                  </a:cubicBezTo>
                  <a:cubicBezTo>
                    <a:pt x="2607469" y="907617"/>
                    <a:pt x="2621375" y="920190"/>
                    <a:pt x="2622328" y="915142"/>
                  </a:cubicBezTo>
                  <a:cubicBezTo>
                    <a:pt x="2625947" y="898283"/>
                    <a:pt x="2634425" y="902569"/>
                    <a:pt x="2642140" y="902569"/>
                  </a:cubicBezTo>
                  <a:cubicBezTo>
                    <a:pt x="2647855" y="902569"/>
                    <a:pt x="2651093" y="901236"/>
                    <a:pt x="2654903" y="906284"/>
                  </a:cubicBezTo>
                  <a:cubicBezTo>
                    <a:pt x="2657189" y="910284"/>
                    <a:pt x="2652808" y="912475"/>
                    <a:pt x="2656713" y="912665"/>
                  </a:cubicBezTo>
                  <a:cubicBezTo>
                    <a:pt x="2659285" y="917523"/>
                    <a:pt x="2653570" y="917523"/>
                    <a:pt x="2657094" y="920190"/>
                  </a:cubicBezTo>
                  <a:cubicBezTo>
                    <a:pt x="2664238" y="926191"/>
                    <a:pt x="2642426" y="922286"/>
                    <a:pt x="2644807" y="925429"/>
                  </a:cubicBezTo>
                  <a:cubicBezTo>
                    <a:pt x="2644426" y="931525"/>
                    <a:pt x="2635092" y="934859"/>
                    <a:pt x="2639092" y="938192"/>
                  </a:cubicBezTo>
                  <a:cubicBezTo>
                    <a:pt x="2643664" y="942098"/>
                    <a:pt x="2638235" y="942288"/>
                    <a:pt x="2642521" y="946003"/>
                  </a:cubicBezTo>
                  <a:cubicBezTo>
                    <a:pt x="2646236" y="949146"/>
                    <a:pt x="2647093" y="948099"/>
                    <a:pt x="2650712" y="951146"/>
                  </a:cubicBezTo>
                  <a:cubicBezTo>
                    <a:pt x="2655856" y="955623"/>
                    <a:pt x="2669000" y="952480"/>
                    <a:pt x="2673096" y="956290"/>
                  </a:cubicBezTo>
                  <a:cubicBezTo>
                    <a:pt x="2677382" y="960195"/>
                    <a:pt x="2686145" y="959433"/>
                    <a:pt x="2689384" y="962767"/>
                  </a:cubicBezTo>
                  <a:cubicBezTo>
                    <a:pt x="2697575" y="970959"/>
                    <a:pt x="2703195" y="960290"/>
                    <a:pt x="2705291" y="958767"/>
                  </a:cubicBezTo>
                  <a:cubicBezTo>
                    <a:pt x="2707481" y="956385"/>
                    <a:pt x="2714720" y="951432"/>
                    <a:pt x="2719102" y="957624"/>
                  </a:cubicBezTo>
                  <a:cubicBezTo>
                    <a:pt x="2719959" y="958767"/>
                    <a:pt x="2729675" y="962005"/>
                    <a:pt x="2730722" y="965529"/>
                  </a:cubicBezTo>
                  <a:cubicBezTo>
                    <a:pt x="2731675" y="968672"/>
                    <a:pt x="2726150" y="971625"/>
                    <a:pt x="2721674" y="974483"/>
                  </a:cubicBezTo>
                  <a:cubicBezTo>
                    <a:pt x="2719197" y="978483"/>
                    <a:pt x="2719388" y="983151"/>
                    <a:pt x="2733485" y="985055"/>
                  </a:cubicBezTo>
                  <a:cubicBezTo>
                    <a:pt x="2742438" y="986294"/>
                    <a:pt x="2744248" y="981055"/>
                    <a:pt x="2748725" y="974483"/>
                  </a:cubicBezTo>
                  <a:cubicBezTo>
                    <a:pt x="2752154" y="969815"/>
                    <a:pt x="2734532" y="968672"/>
                    <a:pt x="2738438" y="964101"/>
                  </a:cubicBezTo>
                  <a:cubicBezTo>
                    <a:pt x="2742438" y="959528"/>
                    <a:pt x="2752725" y="947432"/>
                    <a:pt x="2766251" y="952385"/>
                  </a:cubicBezTo>
                  <a:cubicBezTo>
                    <a:pt x="2777680" y="957814"/>
                    <a:pt x="2766917" y="962862"/>
                    <a:pt x="2770442" y="967911"/>
                  </a:cubicBezTo>
                  <a:cubicBezTo>
                    <a:pt x="2773013" y="971530"/>
                    <a:pt x="2767203" y="979817"/>
                    <a:pt x="2770061" y="983627"/>
                  </a:cubicBezTo>
                  <a:cubicBezTo>
                    <a:pt x="2771966" y="986294"/>
                    <a:pt x="2764346" y="998390"/>
                    <a:pt x="2764346" y="998390"/>
                  </a:cubicBezTo>
                  <a:cubicBezTo>
                    <a:pt x="2761393" y="1004963"/>
                    <a:pt x="2755487" y="1009535"/>
                    <a:pt x="2757678" y="1012678"/>
                  </a:cubicBezTo>
                  <a:cubicBezTo>
                    <a:pt x="2761298" y="1017821"/>
                    <a:pt x="2754440" y="1018203"/>
                    <a:pt x="2752154" y="1024584"/>
                  </a:cubicBezTo>
                  <a:cubicBezTo>
                    <a:pt x="2751296" y="1026775"/>
                    <a:pt x="2746915" y="1026775"/>
                    <a:pt x="2742724" y="1028490"/>
                  </a:cubicBezTo>
                  <a:cubicBezTo>
                    <a:pt x="2738628" y="1030013"/>
                    <a:pt x="2722817" y="1030013"/>
                    <a:pt x="2725388" y="1033824"/>
                  </a:cubicBezTo>
                  <a:cubicBezTo>
                    <a:pt x="2728627" y="1038586"/>
                    <a:pt x="2729198" y="1037253"/>
                    <a:pt x="2732342" y="1041920"/>
                  </a:cubicBezTo>
                  <a:cubicBezTo>
                    <a:pt x="2734532" y="1045349"/>
                    <a:pt x="2733961" y="1049445"/>
                    <a:pt x="2736247" y="1052778"/>
                  </a:cubicBezTo>
                  <a:cubicBezTo>
                    <a:pt x="2738533" y="1056303"/>
                    <a:pt x="2739580" y="1058589"/>
                    <a:pt x="2741771" y="1063542"/>
                  </a:cubicBezTo>
                  <a:cubicBezTo>
                    <a:pt x="2744248" y="1065828"/>
                    <a:pt x="2751106" y="1071733"/>
                    <a:pt x="2755487" y="1075734"/>
                  </a:cubicBezTo>
                  <a:cubicBezTo>
                    <a:pt x="2760059" y="1082496"/>
                    <a:pt x="2761298" y="1076019"/>
                    <a:pt x="2765679" y="1082687"/>
                  </a:cubicBezTo>
                  <a:cubicBezTo>
                    <a:pt x="2768060" y="1086116"/>
                    <a:pt x="2773680" y="1086116"/>
                    <a:pt x="2775871" y="1089449"/>
                  </a:cubicBezTo>
                  <a:cubicBezTo>
                    <a:pt x="2778824" y="1094022"/>
                    <a:pt x="2785301" y="1098784"/>
                    <a:pt x="2788158" y="1103166"/>
                  </a:cubicBezTo>
                  <a:cubicBezTo>
                    <a:pt x="2790349" y="1106404"/>
                    <a:pt x="2800636" y="1115739"/>
                    <a:pt x="2800636" y="1115739"/>
                  </a:cubicBezTo>
                  <a:cubicBezTo>
                    <a:pt x="2805303" y="1122501"/>
                    <a:pt x="2796921" y="1118882"/>
                    <a:pt x="2801398" y="1125264"/>
                  </a:cubicBezTo>
                  <a:cubicBezTo>
                    <a:pt x="2804351" y="1129645"/>
                    <a:pt x="2806827" y="1129550"/>
                    <a:pt x="2811685" y="1130883"/>
                  </a:cubicBezTo>
                  <a:cubicBezTo>
                    <a:pt x="2815114" y="1131931"/>
                    <a:pt x="2822543" y="1133645"/>
                    <a:pt x="2825496" y="1137932"/>
                  </a:cubicBezTo>
                  <a:cubicBezTo>
                    <a:pt x="2827592" y="1141075"/>
                    <a:pt x="2830735" y="1145838"/>
                    <a:pt x="2832926" y="1148981"/>
                  </a:cubicBezTo>
                  <a:cubicBezTo>
                    <a:pt x="2834640" y="1151743"/>
                    <a:pt x="2832163" y="1159268"/>
                    <a:pt x="2833973" y="1161554"/>
                  </a:cubicBezTo>
                  <a:lnTo>
                    <a:pt x="2836545" y="1174413"/>
                  </a:lnTo>
                  <a:cubicBezTo>
                    <a:pt x="2843022" y="1183842"/>
                    <a:pt x="2852261" y="1182223"/>
                    <a:pt x="2855881" y="1187271"/>
                  </a:cubicBezTo>
                  <a:cubicBezTo>
                    <a:pt x="2859215" y="1191748"/>
                    <a:pt x="2850547" y="1202988"/>
                    <a:pt x="2859215" y="1205845"/>
                  </a:cubicBezTo>
                  <a:cubicBezTo>
                    <a:pt x="2861882" y="1205845"/>
                    <a:pt x="2857881" y="1210227"/>
                    <a:pt x="2874836" y="1212989"/>
                  </a:cubicBezTo>
                  <a:cubicBezTo>
                    <a:pt x="2879693" y="1213941"/>
                    <a:pt x="2879217" y="1224800"/>
                    <a:pt x="2888361" y="1229372"/>
                  </a:cubicBezTo>
                  <a:cubicBezTo>
                    <a:pt x="2895505" y="1230515"/>
                    <a:pt x="2890552" y="1242897"/>
                    <a:pt x="2890552" y="1242897"/>
                  </a:cubicBezTo>
                  <a:cubicBezTo>
                    <a:pt x="2885885" y="1253375"/>
                    <a:pt x="2903792" y="1266138"/>
                    <a:pt x="2911793" y="1266996"/>
                  </a:cubicBezTo>
                  <a:cubicBezTo>
                    <a:pt x="2918079" y="1267758"/>
                    <a:pt x="2938367" y="1273758"/>
                    <a:pt x="2944749" y="1274330"/>
                  </a:cubicBezTo>
                  <a:cubicBezTo>
                    <a:pt x="2949797" y="1274901"/>
                    <a:pt x="2957798" y="1269472"/>
                    <a:pt x="2962942" y="1269948"/>
                  </a:cubicBezTo>
                  <a:cubicBezTo>
                    <a:pt x="2969895" y="1270615"/>
                    <a:pt x="2985516" y="1257566"/>
                    <a:pt x="2992088" y="1258233"/>
                  </a:cubicBezTo>
                  <a:cubicBezTo>
                    <a:pt x="2998470" y="1258899"/>
                    <a:pt x="3002375" y="1251946"/>
                    <a:pt x="3008186" y="1252232"/>
                  </a:cubicBezTo>
                  <a:cubicBezTo>
                    <a:pt x="3017901" y="1253089"/>
                    <a:pt x="3021711" y="1242993"/>
                    <a:pt x="3028950" y="1243469"/>
                  </a:cubicBezTo>
                  <a:cubicBezTo>
                    <a:pt x="3039809" y="1244326"/>
                    <a:pt x="3040761" y="1228896"/>
                    <a:pt x="3040761" y="1228896"/>
                  </a:cubicBezTo>
                  <a:cubicBezTo>
                    <a:pt x="3042190" y="1223847"/>
                    <a:pt x="3045809" y="1222323"/>
                    <a:pt x="3051905" y="1212417"/>
                  </a:cubicBezTo>
                  <a:cubicBezTo>
                    <a:pt x="3054572" y="1207750"/>
                    <a:pt x="3057620" y="1202702"/>
                    <a:pt x="3060859" y="1197177"/>
                  </a:cubicBezTo>
                  <a:cubicBezTo>
                    <a:pt x="3063526" y="1192605"/>
                    <a:pt x="3066384" y="1187747"/>
                    <a:pt x="3069146" y="1182795"/>
                  </a:cubicBezTo>
                  <a:cubicBezTo>
                    <a:pt x="3072194" y="1177461"/>
                    <a:pt x="3075337" y="1172031"/>
                    <a:pt x="3078385" y="1166697"/>
                  </a:cubicBezTo>
                  <a:cubicBezTo>
                    <a:pt x="3081719" y="1160982"/>
                    <a:pt x="3084862" y="1155363"/>
                    <a:pt x="3087910" y="1150314"/>
                  </a:cubicBezTo>
                  <a:cubicBezTo>
                    <a:pt x="3091244" y="1144599"/>
                    <a:pt x="3096006" y="1142694"/>
                    <a:pt x="3100769" y="1138599"/>
                  </a:cubicBezTo>
                  <a:cubicBezTo>
                    <a:pt x="3107722" y="1132312"/>
                    <a:pt x="3113056" y="1124311"/>
                    <a:pt x="3106388" y="1121168"/>
                  </a:cubicBezTo>
                  <a:cubicBezTo>
                    <a:pt x="3106388" y="1121168"/>
                    <a:pt x="3093149" y="1123073"/>
                    <a:pt x="3081338" y="1118310"/>
                  </a:cubicBezTo>
                  <a:cubicBezTo>
                    <a:pt x="3075432" y="1115834"/>
                    <a:pt x="3077718" y="1110309"/>
                    <a:pt x="3070288" y="1107071"/>
                  </a:cubicBezTo>
                  <a:cubicBezTo>
                    <a:pt x="3062954" y="1104213"/>
                    <a:pt x="3060859" y="1117358"/>
                    <a:pt x="3052953" y="1114119"/>
                  </a:cubicBezTo>
                  <a:cubicBezTo>
                    <a:pt x="3046095" y="1111357"/>
                    <a:pt x="3039332" y="1123930"/>
                    <a:pt x="3032570" y="1121168"/>
                  </a:cubicBezTo>
                  <a:cubicBezTo>
                    <a:pt x="3025140" y="1118024"/>
                    <a:pt x="3020759" y="1119739"/>
                    <a:pt x="3013996" y="1117072"/>
                  </a:cubicBezTo>
                  <a:cubicBezTo>
                    <a:pt x="3004566" y="1112976"/>
                    <a:pt x="3004566" y="1096403"/>
                    <a:pt x="2998375" y="1093641"/>
                  </a:cubicBezTo>
                  <a:cubicBezTo>
                    <a:pt x="2994946" y="1092593"/>
                    <a:pt x="2990279" y="1092212"/>
                    <a:pt x="2991612" y="1092212"/>
                  </a:cubicBezTo>
                  <a:cubicBezTo>
                    <a:pt x="2974086" y="1082687"/>
                    <a:pt x="2979992" y="1081353"/>
                    <a:pt x="2968562" y="1075829"/>
                  </a:cubicBezTo>
                  <a:cubicBezTo>
                    <a:pt x="2962085" y="1072114"/>
                    <a:pt x="2963323" y="1065256"/>
                    <a:pt x="2959037" y="1062208"/>
                  </a:cubicBezTo>
                  <a:cubicBezTo>
                    <a:pt x="2950274" y="1056398"/>
                    <a:pt x="2949702" y="1050778"/>
                    <a:pt x="2952845" y="1050016"/>
                  </a:cubicBezTo>
                  <a:cubicBezTo>
                    <a:pt x="2960180" y="1048301"/>
                    <a:pt x="2963609" y="1049826"/>
                    <a:pt x="2973610" y="1047444"/>
                  </a:cubicBezTo>
                  <a:cubicBezTo>
                    <a:pt x="2978468" y="1046206"/>
                    <a:pt x="2981039" y="1055445"/>
                    <a:pt x="2981039" y="1055445"/>
                  </a:cubicBezTo>
                  <a:lnTo>
                    <a:pt x="2986564" y="1062208"/>
                  </a:lnTo>
                  <a:cubicBezTo>
                    <a:pt x="2989993" y="1065351"/>
                    <a:pt x="2989136" y="1065542"/>
                    <a:pt x="2992565" y="1069066"/>
                  </a:cubicBezTo>
                  <a:lnTo>
                    <a:pt x="3000185" y="1075829"/>
                  </a:lnTo>
                  <a:lnTo>
                    <a:pt x="3006280" y="1078496"/>
                  </a:lnTo>
                  <a:lnTo>
                    <a:pt x="3014948" y="1082687"/>
                  </a:lnTo>
                  <a:cubicBezTo>
                    <a:pt x="3014948" y="1082687"/>
                    <a:pt x="3019901" y="1085830"/>
                    <a:pt x="3023235" y="1088497"/>
                  </a:cubicBezTo>
                  <a:cubicBezTo>
                    <a:pt x="3029807" y="1091640"/>
                    <a:pt x="3044285" y="1096308"/>
                    <a:pt x="3044285" y="1096308"/>
                  </a:cubicBezTo>
                  <a:cubicBezTo>
                    <a:pt x="3044285" y="1096308"/>
                    <a:pt x="3056287" y="1094498"/>
                    <a:pt x="3062573" y="1097070"/>
                  </a:cubicBezTo>
                  <a:cubicBezTo>
                    <a:pt x="3062573" y="1097070"/>
                    <a:pt x="3069336" y="1100880"/>
                    <a:pt x="3080290" y="1105833"/>
                  </a:cubicBezTo>
                  <a:cubicBezTo>
                    <a:pt x="3089624" y="1108404"/>
                    <a:pt x="3091434" y="1107928"/>
                    <a:pt x="3103055" y="1110690"/>
                  </a:cubicBezTo>
                  <a:cubicBezTo>
                    <a:pt x="3110198" y="1112500"/>
                    <a:pt x="3118676" y="1114786"/>
                    <a:pt x="3127820" y="1117263"/>
                  </a:cubicBezTo>
                  <a:cubicBezTo>
                    <a:pt x="3132296" y="1118406"/>
                    <a:pt x="3136773" y="1112976"/>
                    <a:pt x="3141536" y="1114215"/>
                  </a:cubicBezTo>
                  <a:cubicBezTo>
                    <a:pt x="3146774" y="1115929"/>
                    <a:pt x="3154966" y="1118215"/>
                    <a:pt x="3160395" y="1119739"/>
                  </a:cubicBezTo>
                  <a:cubicBezTo>
                    <a:pt x="3164872" y="1121168"/>
                    <a:pt x="3172111" y="1117072"/>
                    <a:pt x="3176588" y="1118406"/>
                  </a:cubicBezTo>
                  <a:cubicBezTo>
                    <a:pt x="3181445" y="1119739"/>
                    <a:pt x="3188113" y="1115834"/>
                    <a:pt x="3192780" y="1117072"/>
                  </a:cubicBezTo>
                  <a:cubicBezTo>
                    <a:pt x="3202019" y="1119644"/>
                    <a:pt x="3202591" y="1116024"/>
                    <a:pt x="3211068" y="1118406"/>
                  </a:cubicBezTo>
                  <a:cubicBezTo>
                    <a:pt x="3219260" y="1120692"/>
                    <a:pt x="3234500" y="1121454"/>
                    <a:pt x="3240596" y="1128121"/>
                  </a:cubicBezTo>
                  <a:cubicBezTo>
                    <a:pt x="3244692" y="1133741"/>
                    <a:pt x="3260217" y="1152981"/>
                    <a:pt x="3264218" y="1152029"/>
                  </a:cubicBezTo>
                  <a:cubicBezTo>
                    <a:pt x="3276124" y="1148790"/>
                    <a:pt x="3262884" y="1169364"/>
                    <a:pt x="3274981" y="1166126"/>
                  </a:cubicBezTo>
                  <a:cubicBezTo>
                    <a:pt x="3276695" y="1165649"/>
                    <a:pt x="3280886" y="1169364"/>
                    <a:pt x="3286792" y="1175651"/>
                  </a:cubicBezTo>
                  <a:cubicBezTo>
                    <a:pt x="3290221" y="1179175"/>
                    <a:pt x="3291650" y="1176032"/>
                    <a:pt x="3298508" y="1177461"/>
                  </a:cubicBezTo>
                  <a:cubicBezTo>
                    <a:pt x="3301651" y="1181080"/>
                    <a:pt x="3311557" y="1162125"/>
                    <a:pt x="3314700" y="1166126"/>
                  </a:cubicBezTo>
                  <a:cubicBezTo>
                    <a:pt x="3314700" y="1166126"/>
                    <a:pt x="3320510" y="1179556"/>
                    <a:pt x="3325178" y="1186033"/>
                  </a:cubicBezTo>
                  <a:cubicBezTo>
                    <a:pt x="3325178" y="1186033"/>
                    <a:pt x="3328226" y="1191748"/>
                    <a:pt x="3333369" y="1201178"/>
                  </a:cubicBezTo>
                  <a:cubicBezTo>
                    <a:pt x="3335084" y="1204131"/>
                    <a:pt x="3338894" y="1209465"/>
                    <a:pt x="3341084" y="1213274"/>
                  </a:cubicBezTo>
                  <a:cubicBezTo>
                    <a:pt x="3342513" y="1216037"/>
                    <a:pt x="3345847" y="1225657"/>
                    <a:pt x="3347657" y="1228800"/>
                  </a:cubicBezTo>
                  <a:cubicBezTo>
                    <a:pt x="3349467" y="1231753"/>
                    <a:pt x="3350990" y="1235182"/>
                    <a:pt x="3352895" y="1238611"/>
                  </a:cubicBezTo>
                  <a:lnTo>
                    <a:pt x="3354896" y="1244802"/>
                  </a:lnTo>
                  <a:cubicBezTo>
                    <a:pt x="3354896" y="1244802"/>
                    <a:pt x="3353181" y="1250231"/>
                    <a:pt x="3356515" y="1253280"/>
                  </a:cubicBezTo>
                  <a:cubicBezTo>
                    <a:pt x="3361277" y="1257756"/>
                    <a:pt x="3368230" y="1265852"/>
                    <a:pt x="3368230" y="1265852"/>
                  </a:cubicBezTo>
                  <a:lnTo>
                    <a:pt x="3374898" y="1290332"/>
                  </a:lnTo>
                  <a:cubicBezTo>
                    <a:pt x="3375755" y="1294809"/>
                    <a:pt x="3386328" y="1297476"/>
                    <a:pt x="3388709" y="1301285"/>
                  </a:cubicBezTo>
                  <a:cubicBezTo>
                    <a:pt x="3391472" y="1306334"/>
                    <a:pt x="3389948" y="1308715"/>
                    <a:pt x="3392519" y="1313382"/>
                  </a:cubicBezTo>
                  <a:cubicBezTo>
                    <a:pt x="3395853" y="1318716"/>
                    <a:pt x="3396329" y="1316240"/>
                    <a:pt x="3399187" y="1320907"/>
                  </a:cubicBezTo>
                  <a:cubicBezTo>
                    <a:pt x="3401854" y="1325289"/>
                    <a:pt x="3406426" y="1329480"/>
                    <a:pt x="3409760" y="1331289"/>
                  </a:cubicBezTo>
                  <a:cubicBezTo>
                    <a:pt x="3415189" y="1334242"/>
                    <a:pt x="3419285" y="1334814"/>
                    <a:pt x="3422618" y="1335956"/>
                  </a:cubicBezTo>
                  <a:cubicBezTo>
                    <a:pt x="3428048" y="1338147"/>
                    <a:pt x="3428143" y="1338147"/>
                    <a:pt x="3433382" y="1334909"/>
                  </a:cubicBezTo>
                  <a:cubicBezTo>
                    <a:pt x="3437096" y="1330813"/>
                    <a:pt x="3445288" y="1329384"/>
                    <a:pt x="3445288" y="1329384"/>
                  </a:cubicBezTo>
                  <a:cubicBezTo>
                    <a:pt x="3450717" y="1327384"/>
                    <a:pt x="3447669" y="1320050"/>
                    <a:pt x="3451193" y="1316430"/>
                  </a:cubicBezTo>
                  <a:lnTo>
                    <a:pt x="3449669" y="1309001"/>
                  </a:lnTo>
                  <a:lnTo>
                    <a:pt x="3456527" y="1301190"/>
                  </a:lnTo>
                  <a:lnTo>
                    <a:pt x="3454432" y="1290903"/>
                  </a:lnTo>
                  <a:lnTo>
                    <a:pt x="3456813" y="1286522"/>
                  </a:lnTo>
                  <a:cubicBezTo>
                    <a:pt x="3461385" y="1280616"/>
                    <a:pt x="3455003" y="1279188"/>
                    <a:pt x="3459194" y="1273187"/>
                  </a:cubicBezTo>
                  <a:lnTo>
                    <a:pt x="3451670" y="1261376"/>
                  </a:lnTo>
                  <a:cubicBezTo>
                    <a:pt x="3455003" y="1256994"/>
                    <a:pt x="3448526" y="1246707"/>
                    <a:pt x="3451670" y="1242326"/>
                  </a:cubicBezTo>
                  <a:lnTo>
                    <a:pt x="3459671" y="1235754"/>
                  </a:lnTo>
                  <a:lnTo>
                    <a:pt x="3467386" y="1230705"/>
                  </a:lnTo>
                  <a:cubicBezTo>
                    <a:pt x="3472625" y="1223657"/>
                    <a:pt x="3477863" y="1229562"/>
                    <a:pt x="3482530" y="1223562"/>
                  </a:cubicBezTo>
                  <a:lnTo>
                    <a:pt x="3481578" y="1219085"/>
                  </a:lnTo>
                  <a:cubicBezTo>
                    <a:pt x="3481578" y="1219085"/>
                    <a:pt x="3487293" y="1213751"/>
                    <a:pt x="3491103" y="1209084"/>
                  </a:cubicBezTo>
                  <a:cubicBezTo>
                    <a:pt x="3494913" y="1204321"/>
                    <a:pt x="3508248" y="1196225"/>
                    <a:pt x="3511010" y="1193272"/>
                  </a:cubicBezTo>
                  <a:cubicBezTo>
                    <a:pt x="3514535" y="1189367"/>
                    <a:pt x="3518726" y="1175174"/>
                    <a:pt x="3520154" y="1174793"/>
                  </a:cubicBezTo>
                  <a:cubicBezTo>
                    <a:pt x="3524060" y="1171841"/>
                    <a:pt x="3530822" y="1168507"/>
                    <a:pt x="3530822" y="1168507"/>
                  </a:cubicBezTo>
                  <a:cubicBezTo>
                    <a:pt x="3534823" y="1166126"/>
                    <a:pt x="3533870" y="1163268"/>
                    <a:pt x="3540157" y="1160697"/>
                  </a:cubicBezTo>
                  <a:cubicBezTo>
                    <a:pt x="3550730" y="1159268"/>
                    <a:pt x="3559112" y="1168031"/>
                    <a:pt x="3560921" y="1171936"/>
                  </a:cubicBezTo>
                  <a:cubicBezTo>
                    <a:pt x="3563779" y="1178604"/>
                    <a:pt x="3571209" y="1173460"/>
                    <a:pt x="3571209" y="1173460"/>
                  </a:cubicBezTo>
                  <a:lnTo>
                    <a:pt x="3592735" y="1166316"/>
                  </a:lnTo>
                  <a:cubicBezTo>
                    <a:pt x="3596545" y="1166316"/>
                    <a:pt x="3604927" y="1170984"/>
                    <a:pt x="3604927" y="1170984"/>
                  </a:cubicBezTo>
                  <a:cubicBezTo>
                    <a:pt x="3609785" y="1175270"/>
                    <a:pt x="3616452" y="1180318"/>
                    <a:pt x="3619024" y="1186224"/>
                  </a:cubicBezTo>
                  <a:cubicBezTo>
                    <a:pt x="3621024" y="1190605"/>
                    <a:pt x="3624644" y="1192320"/>
                    <a:pt x="3628168" y="1195368"/>
                  </a:cubicBezTo>
                  <a:cubicBezTo>
                    <a:pt x="3631311" y="1199178"/>
                    <a:pt x="3636359" y="1202226"/>
                    <a:pt x="3638931" y="1206226"/>
                  </a:cubicBezTo>
                  <a:cubicBezTo>
                    <a:pt x="3644455" y="1212417"/>
                    <a:pt x="3642741" y="1231181"/>
                    <a:pt x="3648170" y="1236706"/>
                  </a:cubicBezTo>
                  <a:cubicBezTo>
                    <a:pt x="3655505" y="1243278"/>
                    <a:pt x="3656076" y="1236706"/>
                    <a:pt x="3667982" y="1234230"/>
                  </a:cubicBezTo>
                  <a:cubicBezTo>
                    <a:pt x="3675126" y="1233753"/>
                    <a:pt x="3671316" y="1221656"/>
                    <a:pt x="3671316" y="1221656"/>
                  </a:cubicBezTo>
                  <a:cubicBezTo>
                    <a:pt x="3668840" y="1213465"/>
                    <a:pt x="3680555" y="1220228"/>
                    <a:pt x="3680936" y="1220799"/>
                  </a:cubicBezTo>
                  <a:cubicBezTo>
                    <a:pt x="3685318" y="1225371"/>
                    <a:pt x="3692176" y="1230991"/>
                    <a:pt x="3697986" y="1237373"/>
                  </a:cubicBezTo>
                  <a:cubicBezTo>
                    <a:pt x="3701892" y="1241373"/>
                    <a:pt x="3702463" y="1244517"/>
                    <a:pt x="3706559" y="1249374"/>
                  </a:cubicBezTo>
                  <a:cubicBezTo>
                    <a:pt x="3710369" y="1253660"/>
                    <a:pt x="3708083" y="1252422"/>
                    <a:pt x="3717131" y="1267281"/>
                  </a:cubicBezTo>
                  <a:cubicBezTo>
                    <a:pt x="3719894" y="1275568"/>
                    <a:pt x="3703034" y="1280807"/>
                    <a:pt x="3703034" y="1280807"/>
                  </a:cubicBezTo>
                  <a:cubicBezTo>
                    <a:pt x="3698653" y="1284617"/>
                    <a:pt x="3709035" y="1293380"/>
                    <a:pt x="3712274" y="1297190"/>
                  </a:cubicBezTo>
                  <a:lnTo>
                    <a:pt x="3718179" y="1307572"/>
                  </a:lnTo>
                  <a:cubicBezTo>
                    <a:pt x="3721989" y="1312049"/>
                    <a:pt x="3717798" y="1315287"/>
                    <a:pt x="3721322" y="1319669"/>
                  </a:cubicBezTo>
                  <a:cubicBezTo>
                    <a:pt x="3727133" y="1326622"/>
                    <a:pt x="3715703" y="1325003"/>
                    <a:pt x="3721037" y="1331575"/>
                  </a:cubicBezTo>
                  <a:cubicBezTo>
                    <a:pt x="3725990" y="1337957"/>
                    <a:pt x="3728371" y="1347768"/>
                    <a:pt x="3732943" y="1353483"/>
                  </a:cubicBezTo>
                  <a:cubicBezTo>
                    <a:pt x="3740277" y="1362436"/>
                    <a:pt x="3740563" y="1343672"/>
                    <a:pt x="3746754" y="1351482"/>
                  </a:cubicBezTo>
                  <a:cubicBezTo>
                    <a:pt x="3748088" y="1354149"/>
                    <a:pt x="3751040" y="1360245"/>
                    <a:pt x="3756755" y="1363674"/>
                  </a:cubicBezTo>
                  <a:cubicBezTo>
                    <a:pt x="3764090" y="1367675"/>
                    <a:pt x="3764661" y="1369866"/>
                    <a:pt x="3768280" y="1374533"/>
                  </a:cubicBezTo>
                  <a:cubicBezTo>
                    <a:pt x="3777044" y="1385010"/>
                    <a:pt x="3776853" y="1387868"/>
                    <a:pt x="3781044" y="1389963"/>
                  </a:cubicBezTo>
                  <a:cubicBezTo>
                    <a:pt x="3786664" y="1393583"/>
                    <a:pt x="3787330" y="1399679"/>
                    <a:pt x="3796189" y="1403870"/>
                  </a:cubicBezTo>
                  <a:cubicBezTo>
                    <a:pt x="3804666" y="1410442"/>
                    <a:pt x="3809143" y="1417967"/>
                    <a:pt x="3812381" y="1417586"/>
                  </a:cubicBezTo>
                  <a:cubicBezTo>
                    <a:pt x="3816572" y="1416824"/>
                    <a:pt x="3825430" y="1421396"/>
                    <a:pt x="3831622" y="1422634"/>
                  </a:cubicBezTo>
                  <a:cubicBezTo>
                    <a:pt x="3840099" y="1423301"/>
                    <a:pt x="3849910" y="1423682"/>
                    <a:pt x="3848576" y="1421015"/>
                  </a:cubicBezTo>
                  <a:cubicBezTo>
                    <a:pt x="3847148" y="1418062"/>
                    <a:pt x="3841623" y="1405298"/>
                    <a:pt x="3840004" y="1402346"/>
                  </a:cubicBezTo>
                  <a:cubicBezTo>
                    <a:pt x="3837718" y="1398060"/>
                    <a:pt x="3837909" y="1391106"/>
                    <a:pt x="3835718" y="1386820"/>
                  </a:cubicBezTo>
                  <a:lnTo>
                    <a:pt x="3823621" y="1365675"/>
                  </a:lnTo>
                  <a:lnTo>
                    <a:pt x="3808667" y="1363769"/>
                  </a:lnTo>
                  <a:cubicBezTo>
                    <a:pt x="3806190" y="1359102"/>
                    <a:pt x="3800666" y="1368151"/>
                    <a:pt x="3798284" y="1363769"/>
                  </a:cubicBezTo>
                  <a:cubicBezTo>
                    <a:pt x="3796284" y="1359579"/>
                    <a:pt x="3784854" y="1355292"/>
                    <a:pt x="3783044" y="1351577"/>
                  </a:cubicBezTo>
                  <a:cubicBezTo>
                    <a:pt x="3781425" y="1348148"/>
                    <a:pt x="3767995" y="1337671"/>
                    <a:pt x="3766661" y="1334909"/>
                  </a:cubicBezTo>
                  <a:cubicBezTo>
                    <a:pt x="3762375" y="1325574"/>
                    <a:pt x="3755708" y="1316240"/>
                    <a:pt x="3751707" y="1310810"/>
                  </a:cubicBezTo>
                  <a:cubicBezTo>
                    <a:pt x="3744563" y="1300143"/>
                    <a:pt x="3743611" y="1285379"/>
                    <a:pt x="3752660" y="1288427"/>
                  </a:cubicBezTo>
                  <a:cubicBezTo>
                    <a:pt x="3756851" y="1289951"/>
                    <a:pt x="3751993" y="1270139"/>
                    <a:pt x="3756851" y="1272139"/>
                  </a:cubicBezTo>
                  <a:cubicBezTo>
                    <a:pt x="3762566" y="1270806"/>
                    <a:pt x="3770948" y="1278235"/>
                    <a:pt x="3774091" y="1279568"/>
                  </a:cubicBezTo>
                  <a:cubicBezTo>
                    <a:pt x="3777234" y="1280616"/>
                    <a:pt x="3787140" y="1288617"/>
                    <a:pt x="3790379" y="1289951"/>
                  </a:cubicBezTo>
                  <a:cubicBezTo>
                    <a:pt x="3796665" y="1292332"/>
                    <a:pt x="3800666" y="1301571"/>
                    <a:pt x="3805904" y="1303286"/>
                  </a:cubicBezTo>
                  <a:cubicBezTo>
                    <a:pt x="3814286" y="1306239"/>
                    <a:pt x="3820287" y="1318335"/>
                    <a:pt x="3820287" y="1318335"/>
                  </a:cubicBezTo>
                  <a:cubicBezTo>
                    <a:pt x="3822192" y="1317764"/>
                    <a:pt x="3822383" y="1331766"/>
                    <a:pt x="3829622" y="1333289"/>
                  </a:cubicBezTo>
                  <a:cubicBezTo>
                    <a:pt x="3836575" y="1335956"/>
                    <a:pt x="3846290" y="1338052"/>
                    <a:pt x="3843719" y="1328813"/>
                  </a:cubicBezTo>
                  <a:cubicBezTo>
                    <a:pt x="3842385" y="1320526"/>
                    <a:pt x="3857054" y="1326527"/>
                    <a:pt x="3858673" y="1321288"/>
                  </a:cubicBezTo>
                  <a:cubicBezTo>
                    <a:pt x="3860673" y="1315478"/>
                    <a:pt x="3860483" y="1309477"/>
                    <a:pt x="3873342" y="1312335"/>
                  </a:cubicBezTo>
                  <a:cubicBezTo>
                    <a:pt x="3882771" y="1311287"/>
                    <a:pt x="3863054" y="1294427"/>
                    <a:pt x="3884676" y="1298809"/>
                  </a:cubicBezTo>
                  <a:cubicBezTo>
                    <a:pt x="3892868" y="1298047"/>
                    <a:pt x="3894677" y="1293666"/>
                    <a:pt x="3896582" y="1286903"/>
                  </a:cubicBezTo>
                  <a:cubicBezTo>
                    <a:pt x="3891820" y="1276521"/>
                    <a:pt x="3880771" y="1264519"/>
                    <a:pt x="3882771" y="1257375"/>
                  </a:cubicBezTo>
                  <a:cubicBezTo>
                    <a:pt x="3883914" y="1252898"/>
                    <a:pt x="3887629" y="1246326"/>
                    <a:pt x="3877723" y="1234134"/>
                  </a:cubicBezTo>
                  <a:cubicBezTo>
                    <a:pt x="3872484" y="1227562"/>
                    <a:pt x="3863054" y="1232515"/>
                    <a:pt x="3858768" y="1226800"/>
                  </a:cubicBezTo>
                  <a:cubicBezTo>
                    <a:pt x="3855530" y="1224038"/>
                    <a:pt x="3844004" y="1223943"/>
                    <a:pt x="3839813" y="1219466"/>
                  </a:cubicBezTo>
                  <a:cubicBezTo>
                    <a:pt x="3836003" y="1213084"/>
                    <a:pt x="3824383" y="1208703"/>
                    <a:pt x="3821716" y="1202226"/>
                  </a:cubicBezTo>
                  <a:cubicBezTo>
                    <a:pt x="3818763" y="1196320"/>
                    <a:pt x="3811334" y="1192986"/>
                    <a:pt x="3809810" y="1189367"/>
                  </a:cubicBezTo>
                  <a:cubicBezTo>
                    <a:pt x="3808667" y="1185366"/>
                    <a:pt x="3803904" y="1178604"/>
                    <a:pt x="3811334" y="1172222"/>
                  </a:cubicBezTo>
                  <a:cubicBezTo>
                    <a:pt x="3814858" y="1169555"/>
                    <a:pt x="3823716" y="1168793"/>
                    <a:pt x="3827717" y="1165173"/>
                  </a:cubicBezTo>
                  <a:cubicBezTo>
                    <a:pt x="3831146" y="1162220"/>
                    <a:pt x="3834479" y="1159077"/>
                    <a:pt x="3842480" y="1159649"/>
                  </a:cubicBezTo>
                  <a:cubicBezTo>
                    <a:pt x="3851434" y="1159839"/>
                    <a:pt x="3860673" y="1167078"/>
                    <a:pt x="3856387" y="1173270"/>
                  </a:cubicBezTo>
                  <a:cubicBezTo>
                    <a:pt x="3854672" y="1174032"/>
                    <a:pt x="3848576" y="1178699"/>
                    <a:pt x="3847529" y="1182223"/>
                  </a:cubicBezTo>
                  <a:cubicBezTo>
                    <a:pt x="3847529" y="1182223"/>
                    <a:pt x="3836861" y="1194796"/>
                    <a:pt x="3844290" y="1199463"/>
                  </a:cubicBezTo>
                  <a:cubicBezTo>
                    <a:pt x="3850767" y="1202607"/>
                    <a:pt x="3860292" y="1216894"/>
                    <a:pt x="3868769" y="1209465"/>
                  </a:cubicBezTo>
                  <a:cubicBezTo>
                    <a:pt x="3874199" y="1204893"/>
                    <a:pt x="3880961" y="1204416"/>
                    <a:pt x="3884200" y="1193653"/>
                  </a:cubicBezTo>
                  <a:cubicBezTo>
                    <a:pt x="3886867" y="1186795"/>
                    <a:pt x="3878104" y="1177556"/>
                    <a:pt x="3876485" y="1173746"/>
                  </a:cubicBezTo>
                  <a:cubicBezTo>
                    <a:pt x="3876485" y="1173746"/>
                    <a:pt x="3869722" y="1164507"/>
                    <a:pt x="3872675" y="1160982"/>
                  </a:cubicBezTo>
                  <a:cubicBezTo>
                    <a:pt x="3873627" y="1157649"/>
                    <a:pt x="3890582" y="1162125"/>
                    <a:pt x="3894106" y="1160982"/>
                  </a:cubicBezTo>
                  <a:cubicBezTo>
                    <a:pt x="3895630" y="1160506"/>
                    <a:pt x="3899726" y="1154982"/>
                    <a:pt x="3908679" y="1153934"/>
                  </a:cubicBezTo>
                  <a:cubicBezTo>
                    <a:pt x="3922776" y="1153553"/>
                    <a:pt x="3924681" y="1146981"/>
                    <a:pt x="3924681" y="1146981"/>
                  </a:cubicBezTo>
                  <a:cubicBezTo>
                    <a:pt x="3922967" y="1137074"/>
                    <a:pt x="3944874" y="1140313"/>
                    <a:pt x="3944874" y="1140313"/>
                  </a:cubicBezTo>
                  <a:cubicBezTo>
                    <a:pt x="3944874" y="1140313"/>
                    <a:pt x="3956685" y="1142694"/>
                    <a:pt x="3958685" y="1134312"/>
                  </a:cubicBezTo>
                  <a:cubicBezTo>
                    <a:pt x="3958685" y="1134312"/>
                    <a:pt x="3962781" y="1127835"/>
                    <a:pt x="3968305" y="1128693"/>
                  </a:cubicBezTo>
                  <a:cubicBezTo>
                    <a:pt x="3968305" y="1128693"/>
                    <a:pt x="3982212" y="1129455"/>
                    <a:pt x="3977830" y="1117739"/>
                  </a:cubicBezTo>
                  <a:cubicBezTo>
                    <a:pt x="3977830" y="1117739"/>
                    <a:pt x="3974116" y="1109738"/>
                    <a:pt x="3980879" y="1106595"/>
                  </a:cubicBezTo>
                  <a:cubicBezTo>
                    <a:pt x="3980879" y="1106595"/>
                    <a:pt x="3988975" y="1104594"/>
                    <a:pt x="3990023" y="1099641"/>
                  </a:cubicBezTo>
                  <a:lnTo>
                    <a:pt x="3989356" y="1087354"/>
                  </a:lnTo>
                  <a:cubicBezTo>
                    <a:pt x="3990499" y="1087068"/>
                    <a:pt x="3992309" y="1081068"/>
                    <a:pt x="3996500" y="1079163"/>
                  </a:cubicBezTo>
                  <a:cubicBezTo>
                    <a:pt x="3998786" y="1078305"/>
                    <a:pt x="3993356" y="1069542"/>
                    <a:pt x="3996119" y="1068399"/>
                  </a:cubicBezTo>
                  <a:cubicBezTo>
                    <a:pt x="4000595" y="1066304"/>
                    <a:pt x="3996214" y="1057255"/>
                    <a:pt x="4001453" y="1054779"/>
                  </a:cubicBezTo>
                  <a:cubicBezTo>
                    <a:pt x="4004310" y="1053350"/>
                    <a:pt x="4003358" y="1057255"/>
                    <a:pt x="3996690" y="1045253"/>
                  </a:cubicBezTo>
                  <a:cubicBezTo>
                    <a:pt x="3992975" y="1038586"/>
                    <a:pt x="3999548" y="1039253"/>
                    <a:pt x="3995833" y="1033252"/>
                  </a:cubicBezTo>
                  <a:cubicBezTo>
                    <a:pt x="3994785" y="1031442"/>
                    <a:pt x="3992309" y="1028299"/>
                    <a:pt x="3994118" y="1027823"/>
                  </a:cubicBezTo>
                  <a:cubicBezTo>
                    <a:pt x="3999548" y="1026299"/>
                    <a:pt x="3992594" y="1017917"/>
                    <a:pt x="3980498" y="1010582"/>
                  </a:cubicBezTo>
                  <a:cubicBezTo>
                    <a:pt x="3976688" y="1008868"/>
                    <a:pt x="3974973" y="1012583"/>
                    <a:pt x="3970306" y="1004010"/>
                  </a:cubicBezTo>
                  <a:cubicBezTo>
                    <a:pt x="3968401" y="1000486"/>
                    <a:pt x="3960590" y="998676"/>
                    <a:pt x="3956018" y="989532"/>
                  </a:cubicBezTo>
                  <a:cubicBezTo>
                    <a:pt x="3950875" y="984579"/>
                    <a:pt x="3948684" y="986008"/>
                    <a:pt x="3942588" y="983246"/>
                  </a:cubicBezTo>
                  <a:lnTo>
                    <a:pt x="3939540" y="979721"/>
                  </a:lnTo>
                  <a:cubicBezTo>
                    <a:pt x="3939540" y="979721"/>
                    <a:pt x="3930492" y="959719"/>
                    <a:pt x="3946588" y="960671"/>
                  </a:cubicBezTo>
                  <a:cubicBezTo>
                    <a:pt x="3952685" y="961053"/>
                    <a:pt x="3953447" y="955052"/>
                    <a:pt x="3960876" y="955528"/>
                  </a:cubicBezTo>
                  <a:cubicBezTo>
                    <a:pt x="3964972" y="955814"/>
                    <a:pt x="3969734" y="952575"/>
                    <a:pt x="3974306" y="952861"/>
                  </a:cubicBezTo>
                  <a:cubicBezTo>
                    <a:pt x="3981736" y="953337"/>
                    <a:pt x="3981926" y="945527"/>
                    <a:pt x="3976688" y="941336"/>
                  </a:cubicBezTo>
                  <a:cubicBezTo>
                    <a:pt x="3972782" y="936573"/>
                    <a:pt x="3960590" y="940097"/>
                    <a:pt x="3953732" y="938764"/>
                  </a:cubicBezTo>
                  <a:cubicBezTo>
                    <a:pt x="3949351" y="936002"/>
                    <a:pt x="3944684" y="933620"/>
                    <a:pt x="3940017" y="935049"/>
                  </a:cubicBezTo>
                  <a:cubicBezTo>
                    <a:pt x="3938016" y="936288"/>
                    <a:pt x="3939730" y="944003"/>
                    <a:pt x="3932968" y="942669"/>
                  </a:cubicBezTo>
                  <a:cubicBezTo>
                    <a:pt x="3924586" y="942098"/>
                    <a:pt x="3914966" y="931144"/>
                    <a:pt x="3914966" y="931144"/>
                  </a:cubicBezTo>
                  <a:cubicBezTo>
                    <a:pt x="3915442" y="931144"/>
                    <a:pt x="3899440" y="934192"/>
                    <a:pt x="3899821" y="924762"/>
                  </a:cubicBezTo>
                  <a:cubicBezTo>
                    <a:pt x="3901345" y="920286"/>
                    <a:pt x="3914775" y="924572"/>
                    <a:pt x="3916394" y="920762"/>
                  </a:cubicBezTo>
                  <a:cubicBezTo>
                    <a:pt x="3917728" y="918285"/>
                    <a:pt x="3913251" y="911808"/>
                    <a:pt x="3914299" y="909332"/>
                  </a:cubicBezTo>
                  <a:cubicBezTo>
                    <a:pt x="3916490" y="904569"/>
                    <a:pt x="3929825" y="900569"/>
                    <a:pt x="3930301" y="900569"/>
                  </a:cubicBezTo>
                  <a:cubicBezTo>
                    <a:pt x="3931634" y="900569"/>
                    <a:pt x="3934301" y="908189"/>
                    <a:pt x="3935254" y="915713"/>
                  </a:cubicBezTo>
                  <a:cubicBezTo>
                    <a:pt x="3936587" y="922381"/>
                    <a:pt x="3944303" y="924762"/>
                    <a:pt x="3944303" y="924762"/>
                  </a:cubicBezTo>
                  <a:cubicBezTo>
                    <a:pt x="3944303" y="924762"/>
                    <a:pt x="3950494" y="927905"/>
                    <a:pt x="3954590" y="927620"/>
                  </a:cubicBezTo>
                  <a:cubicBezTo>
                    <a:pt x="3962305" y="926477"/>
                    <a:pt x="3962686" y="918095"/>
                    <a:pt x="3966972" y="911999"/>
                  </a:cubicBezTo>
                  <a:cubicBezTo>
                    <a:pt x="3970211" y="908855"/>
                    <a:pt x="3981641" y="911427"/>
                    <a:pt x="3987832" y="913332"/>
                  </a:cubicBezTo>
                  <a:cubicBezTo>
                    <a:pt x="3997167" y="914761"/>
                    <a:pt x="4001929" y="919714"/>
                    <a:pt x="3998214" y="925429"/>
                  </a:cubicBezTo>
                  <a:lnTo>
                    <a:pt x="3995166" y="936668"/>
                  </a:lnTo>
                  <a:cubicBezTo>
                    <a:pt x="3995166" y="936668"/>
                    <a:pt x="3997643" y="938288"/>
                    <a:pt x="4001262" y="941812"/>
                  </a:cubicBezTo>
                  <a:cubicBezTo>
                    <a:pt x="4003643" y="944288"/>
                    <a:pt x="4005644" y="940574"/>
                    <a:pt x="4009359" y="944098"/>
                  </a:cubicBezTo>
                  <a:cubicBezTo>
                    <a:pt x="4013168" y="947813"/>
                    <a:pt x="4023360" y="952575"/>
                    <a:pt x="4028027" y="956957"/>
                  </a:cubicBezTo>
                  <a:cubicBezTo>
                    <a:pt x="4031837" y="960671"/>
                    <a:pt x="4031552" y="970959"/>
                    <a:pt x="4035552" y="974864"/>
                  </a:cubicBezTo>
                  <a:cubicBezTo>
                    <a:pt x="4040696" y="979817"/>
                    <a:pt x="4045839" y="984865"/>
                    <a:pt x="4050792" y="989437"/>
                  </a:cubicBezTo>
                  <a:cubicBezTo>
                    <a:pt x="4067270" y="1004772"/>
                    <a:pt x="4068509" y="993818"/>
                    <a:pt x="4064699" y="989628"/>
                  </a:cubicBezTo>
                  <a:lnTo>
                    <a:pt x="4068794" y="983627"/>
                  </a:lnTo>
                  <a:cubicBezTo>
                    <a:pt x="4070318" y="980198"/>
                    <a:pt x="4074795" y="979436"/>
                    <a:pt x="4074605" y="975054"/>
                  </a:cubicBezTo>
                  <a:cubicBezTo>
                    <a:pt x="4074605" y="971530"/>
                    <a:pt x="4077462" y="968196"/>
                    <a:pt x="4076605" y="964672"/>
                  </a:cubicBezTo>
                  <a:cubicBezTo>
                    <a:pt x="4075462" y="960100"/>
                    <a:pt x="4079367" y="956480"/>
                    <a:pt x="4078319" y="951718"/>
                  </a:cubicBezTo>
                  <a:cubicBezTo>
                    <a:pt x="4077557" y="948194"/>
                    <a:pt x="4070413" y="943526"/>
                    <a:pt x="4069461" y="940193"/>
                  </a:cubicBezTo>
                  <a:cubicBezTo>
                    <a:pt x="4068604" y="936192"/>
                    <a:pt x="4058698" y="942479"/>
                    <a:pt x="4057936" y="938859"/>
                  </a:cubicBezTo>
                  <a:cubicBezTo>
                    <a:pt x="4056698" y="932668"/>
                    <a:pt x="4044505" y="929906"/>
                    <a:pt x="4043648" y="924857"/>
                  </a:cubicBezTo>
                  <a:cubicBezTo>
                    <a:pt x="4043267" y="922190"/>
                    <a:pt x="4033457" y="919524"/>
                    <a:pt x="4032980" y="917142"/>
                  </a:cubicBezTo>
                  <a:cubicBezTo>
                    <a:pt x="4031647" y="906760"/>
                    <a:pt x="4033647" y="906379"/>
                    <a:pt x="4035933" y="906951"/>
                  </a:cubicBezTo>
                  <a:cubicBezTo>
                    <a:pt x="4042791" y="909046"/>
                    <a:pt x="4046982" y="907236"/>
                    <a:pt x="4047459" y="904379"/>
                  </a:cubicBezTo>
                  <a:cubicBezTo>
                    <a:pt x="4047839" y="901807"/>
                    <a:pt x="4052507" y="898759"/>
                    <a:pt x="4052221" y="895711"/>
                  </a:cubicBezTo>
                  <a:cubicBezTo>
                    <a:pt x="4051649" y="890663"/>
                    <a:pt x="4042982" y="884090"/>
                    <a:pt x="4055745" y="879233"/>
                  </a:cubicBezTo>
                  <a:cubicBezTo>
                    <a:pt x="4061746" y="875042"/>
                    <a:pt x="4057460" y="873422"/>
                    <a:pt x="4067461" y="872946"/>
                  </a:cubicBezTo>
                  <a:cubicBezTo>
                    <a:pt x="4085368" y="868374"/>
                    <a:pt x="4092988" y="870470"/>
                    <a:pt x="4092988" y="870470"/>
                  </a:cubicBezTo>
                  <a:cubicBezTo>
                    <a:pt x="4092988" y="870470"/>
                    <a:pt x="4102703" y="876566"/>
                    <a:pt x="4105180" y="865517"/>
                  </a:cubicBezTo>
                  <a:cubicBezTo>
                    <a:pt x="4107085" y="857325"/>
                    <a:pt x="4110704" y="856754"/>
                    <a:pt x="4113467" y="854277"/>
                  </a:cubicBezTo>
                  <a:cubicBezTo>
                    <a:pt x="4116705" y="851610"/>
                    <a:pt x="4116896" y="849705"/>
                    <a:pt x="4120039" y="846943"/>
                  </a:cubicBezTo>
                  <a:cubicBezTo>
                    <a:pt x="4122134" y="844943"/>
                    <a:pt x="4124039" y="842942"/>
                    <a:pt x="4125754" y="841038"/>
                  </a:cubicBezTo>
                  <a:cubicBezTo>
                    <a:pt x="4127945" y="838561"/>
                    <a:pt x="4124706" y="833227"/>
                    <a:pt x="4126516" y="831036"/>
                  </a:cubicBezTo>
                  <a:cubicBezTo>
                    <a:pt x="4130421" y="825797"/>
                    <a:pt x="4132612" y="828465"/>
                    <a:pt x="4134422" y="823607"/>
                  </a:cubicBezTo>
                  <a:cubicBezTo>
                    <a:pt x="4135946" y="817415"/>
                    <a:pt x="4137088" y="813796"/>
                    <a:pt x="4139375" y="811224"/>
                  </a:cubicBezTo>
                  <a:lnTo>
                    <a:pt x="4138232" y="806938"/>
                  </a:lnTo>
                  <a:cubicBezTo>
                    <a:pt x="4138232" y="806938"/>
                    <a:pt x="4136708" y="804747"/>
                    <a:pt x="4134136" y="801699"/>
                  </a:cubicBezTo>
                  <a:lnTo>
                    <a:pt x="4133850" y="798270"/>
                  </a:lnTo>
                  <a:cubicBezTo>
                    <a:pt x="4133850" y="798270"/>
                    <a:pt x="4133945" y="797032"/>
                    <a:pt x="4135946" y="796365"/>
                  </a:cubicBezTo>
                  <a:cubicBezTo>
                    <a:pt x="4141946" y="795984"/>
                    <a:pt x="4158615" y="795794"/>
                    <a:pt x="4149471" y="790841"/>
                  </a:cubicBezTo>
                  <a:cubicBezTo>
                    <a:pt x="4143947" y="785126"/>
                    <a:pt x="4150709" y="781982"/>
                    <a:pt x="4152519" y="778934"/>
                  </a:cubicBezTo>
                  <a:cubicBezTo>
                    <a:pt x="4153853" y="775982"/>
                    <a:pt x="4151757" y="769505"/>
                    <a:pt x="4152138" y="765790"/>
                  </a:cubicBezTo>
                  <a:cubicBezTo>
                    <a:pt x="4152138" y="761980"/>
                    <a:pt x="4153376" y="762361"/>
                    <a:pt x="4153948" y="758742"/>
                  </a:cubicBezTo>
                  <a:cubicBezTo>
                    <a:pt x="4154138" y="753312"/>
                    <a:pt x="4151090" y="752931"/>
                    <a:pt x="4149280" y="746740"/>
                  </a:cubicBezTo>
                  <a:cubicBezTo>
                    <a:pt x="4149280" y="746740"/>
                    <a:pt x="4142994" y="734072"/>
                    <a:pt x="4142899" y="730262"/>
                  </a:cubicBezTo>
                  <a:lnTo>
                    <a:pt x="4135660" y="699972"/>
                  </a:lnTo>
                  <a:cubicBezTo>
                    <a:pt x="4134993" y="698163"/>
                    <a:pt x="4132707" y="695495"/>
                    <a:pt x="4126992" y="692067"/>
                  </a:cubicBezTo>
                  <a:cubicBezTo>
                    <a:pt x="4120039" y="687590"/>
                    <a:pt x="4108513" y="677874"/>
                    <a:pt x="4108513" y="677874"/>
                  </a:cubicBezTo>
                  <a:cubicBezTo>
                    <a:pt x="4108513" y="677874"/>
                    <a:pt x="4091559" y="666730"/>
                    <a:pt x="4094321" y="678255"/>
                  </a:cubicBezTo>
                  <a:cubicBezTo>
                    <a:pt x="4095845" y="681970"/>
                    <a:pt x="4096798" y="686542"/>
                    <a:pt x="4092035" y="688447"/>
                  </a:cubicBezTo>
                  <a:cubicBezTo>
                    <a:pt x="4086701" y="690924"/>
                    <a:pt x="4077557" y="687018"/>
                    <a:pt x="4075557" y="681684"/>
                  </a:cubicBezTo>
                  <a:cubicBezTo>
                    <a:pt x="4073938" y="677398"/>
                    <a:pt x="4082987" y="672731"/>
                    <a:pt x="4085463" y="669302"/>
                  </a:cubicBezTo>
                  <a:cubicBezTo>
                    <a:pt x="4088130" y="667873"/>
                    <a:pt x="4082987" y="665682"/>
                    <a:pt x="4082987" y="665682"/>
                  </a:cubicBezTo>
                  <a:cubicBezTo>
                    <a:pt x="4078510" y="661872"/>
                    <a:pt x="4048982" y="673683"/>
                    <a:pt x="4045458" y="670064"/>
                  </a:cubicBezTo>
                  <a:cubicBezTo>
                    <a:pt x="4039076" y="667111"/>
                    <a:pt x="4059841" y="657491"/>
                    <a:pt x="4062413" y="651966"/>
                  </a:cubicBezTo>
                  <a:cubicBezTo>
                    <a:pt x="4064318" y="647585"/>
                    <a:pt x="4074890" y="648537"/>
                    <a:pt x="4075748" y="644061"/>
                  </a:cubicBezTo>
                  <a:cubicBezTo>
                    <a:pt x="4076510" y="639488"/>
                    <a:pt x="4080510" y="635393"/>
                    <a:pt x="4082225" y="633964"/>
                  </a:cubicBezTo>
                  <a:cubicBezTo>
                    <a:pt x="4088416" y="627296"/>
                    <a:pt x="4090130" y="623867"/>
                    <a:pt x="4090130" y="623867"/>
                  </a:cubicBezTo>
                  <a:lnTo>
                    <a:pt x="4096798" y="610532"/>
                  </a:lnTo>
                  <a:lnTo>
                    <a:pt x="4113943" y="590720"/>
                  </a:lnTo>
                  <a:cubicBezTo>
                    <a:pt x="4117943" y="587958"/>
                    <a:pt x="4136898" y="587768"/>
                    <a:pt x="4136898" y="587768"/>
                  </a:cubicBezTo>
                  <a:lnTo>
                    <a:pt x="4207860" y="585101"/>
                  </a:lnTo>
                  <a:cubicBezTo>
                    <a:pt x="4221480" y="585482"/>
                    <a:pt x="4205478" y="599198"/>
                    <a:pt x="4209764" y="601674"/>
                  </a:cubicBezTo>
                  <a:cubicBezTo>
                    <a:pt x="4214718" y="606056"/>
                    <a:pt x="4225100" y="600341"/>
                    <a:pt x="4231862" y="600531"/>
                  </a:cubicBezTo>
                  <a:cubicBezTo>
                    <a:pt x="4237387" y="600722"/>
                    <a:pt x="4244912" y="598055"/>
                    <a:pt x="4249960" y="598340"/>
                  </a:cubicBezTo>
                  <a:cubicBezTo>
                    <a:pt x="4253294" y="598436"/>
                    <a:pt x="4251960" y="595007"/>
                    <a:pt x="4254342" y="595007"/>
                  </a:cubicBezTo>
                  <a:cubicBezTo>
                    <a:pt x="4261485" y="595007"/>
                    <a:pt x="4265390" y="596150"/>
                    <a:pt x="4272439" y="596055"/>
                  </a:cubicBezTo>
                  <a:cubicBezTo>
                    <a:pt x="4280154" y="596055"/>
                    <a:pt x="4257485" y="586244"/>
                    <a:pt x="4265200" y="586149"/>
                  </a:cubicBezTo>
                  <a:cubicBezTo>
                    <a:pt x="4271105" y="586149"/>
                    <a:pt x="4246912" y="577481"/>
                    <a:pt x="4262438" y="576242"/>
                  </a:cubicBezTo>
                  <a:cubicBezTo>
                    <a:pt x="4262438" y="576242"/>
                    <a:pt x="4269010" y="566813"/>
                    <a:pt x="4271201" y="563003"/>
                  </a:cubicBezTo>
                  <a:lnTo>
                    <a:pt x="4271391" y="560717"/>
                  </a:lnTo>
                  <a:lnTo>
                    <a:pt x="4270534" y="558240"/>
                  </a:lnTo>
                  <a:cubicBezTo>
                    <a:pt x="4268248" y="554430"/>
                    <a:pt x="4263104" y="545572"/>
                    <a:pt x="4271582" y="543857"/>
                  </a:cubicBezTo>
                  <a:cubicBezTo>
                    <a:pt x="4288536" y="543000"/>
                    <a:pt x="4279964" y="542905"/>
                    <a:pt x="4296632" y="541762"/>
                  </a:cubicBezTo>
                  <a:cubicBezTo>
                    <a:pt x="4310063" y="540905"/>
                    <a:pt x="4292727" y="551668"/>
                    <a:pt x="4308920" y="556907"/>
                  </a:cubicBezTo>
                  <a:cubicBezTo>
                    <a:pt x="4327970" y="564527"/>
                    <a:pt x="4316540" y="569575"/>
                    <a:pt x="4337019" y="567765"/>
                  </a:cubicBezTo>
                  <a:cubicBezTo>
                    <a:pt x="4348068" y="566622"/>
                    <a:pt x="4329875" y="551478"/>
                    <a:pt x="4340924" y="550430"/>
                  </a:cubicBezTo>
                  <a:cubicBezTo>
                    <a:pt x="4344353" y="549954"/>
                    <a:pt x="4349782" y="530332"/>
                    <a:pt x="4353211" y="530046"/>
                  </a:cubicBezTo>
                  <a:cubicBezTo>
                    <a:pt x="4375309" y="527665"/>
                    <a:pt x="4348734" y="552144"/>
                    <a:pt x="4362069" y="552620"/>
                  </a:cubicBezTo>
                  <a:cubicBezTo>
                    <a:pt x="4372928" y="556240"/>
                    <a:pt x="4349687" y="558335"/>
                    <a:pt x="4357307" y="561193"/>
                  </a:cubicBezTo>
                  <a:cubicBezTo>
                    <a:pt x="4362831" y="563765"/>
                    <a:pt x="4350449" y="570908"/>
                    <a:pt x="4353592" y="572147"/>
                  </a:cubicBezTo>
                  <a:cubicBezTo>
                    <a:pt x="4361593" y="577766"/>
                    <a:pt x="4327303" y="573956"/>
                    <a:pt x="4330827" y="582624"/>
                  </a:cubicBezTo>
                  <a:cubicBezTo>
                    <a:pt x="4332542" y="591102"/>
                    <a:pt x="4311015" y="586530"/>
                    <a:pt x="4324445" y="591768"/>
                  </a:cubicBezTo>
                  <a:cubicBezTo>
                    <a:pt x="4342257" y="597579"/>
                    <a:pt x="4322445" y="600817"/>
                    <a:pt x="4317778" y="608628"/>
                  </a:cubicBezTo>
                  <a:cubicBezTo>
                    <a:pt x="4313587" y="615581"/>
                    <a:pt x="4301014" y="616628"/>
                    <a:pt x="4302919" y="623772"/>
                  </a:cubicBezTo>
                  <a:cubicBezTo>
                    <a:pt x="4307015" y="638060"/>
                    <a:pt x="4291108" y="623677"/>
                    <a:pt x="4293870" y="636155"/>
                  </a:cubicBezTo>
                  <a:cubicBezTo>
                    <a:pt x="4296061" y="645299"/>
                    <a:pt x="4298823" y="647870"/>
                    <a:pt x="4300538" y="656729"/>
                  </a:cubicBezTo>
                  <a:cubicBezTo>
                    <a:pt x="4300443" y="659872"/>
                    <a:pt x="4300538" y="663492"/>
                    <a:pt x="4304729" y="673397"/>
                  </a:cubicBezTo>
                  <a:cubicBezTo>
                    <a:pt x="4306062" y="676541"/>
                    <a:pt x="4307396" y="680065"/>
                    <a:pt x="4308824" y="683780"/>
                  </a:cubicBezTo>
                  <a:cubicBezTo>
                    <a:pt x="4310348" y="688161"/>
                    <a:pt x="4315587" y="691590"/>
                    <a:pt x="4316921" y="696353"/>
                  </a:cubicBezTo>
                  <a:cubicBezTo>
                    <a:pt x="4318254" y="700544"/>
                    <a:pt x="4329589" y="703592"/>
                    <a:pt x="4331018" y="707973"/>
                  </a:cubicBezTo>
                  <a:cubicBezTo>
                    <a:pt x="4332256" y="712640"/>
                    <a:pt x="4328160" y="710164"/>
                    <a:pt x="4329779" y="714736"/>
                  </a:cubicBezTo>
                  <a:cubicBezTo>
                    <a:pt x="4331685" y="721022"/>
                    <a:pt x="4313111" y="709116"/>
                    <a:pt x="4327112" y="741787"/>
                  </a:cubicBezTo>
                  <a:cubicBezTo>
                    <a:pt x="4329875" y="747883"/>
                    <a:pt x="4331208" y="752836"/>
                    <a:pt x="4333018" y="756265"/>
                  </a:cubicBezTo>
                  <a:cubicBezTo>
                    <a:pt x="4335018" y="759694"/>
                    <a:pt x="4336828" y="761409"/>
                    <a:pt x="4338352" y="760646"/>
                  </a:cubicBezTo>
                  <a:cubicBezTo>
                    <a:pt x="4351878" y="755979"/>
                    <a:pt x="4339304" y="746835"/>
                    <a:pt x="4351592" y="741787"/>
                  </a:cubicBezTo>
                  <a:cubicBezTo>
                    <a:pt x="4355116" y="740263"/>
                    <a:pt x="4359974" y="736834"/>
                    <a:pt x="4360926" y="732453"/>
                  </a:cubicBezTo>
                  <a:cubicBezTo>
                    <a:pt x="4361879" y="728928"/>
                    <a:pt x="4363784" y="728928"/>
                    <a:pt x="4366451" y="727785"/>
                  </a:cubicBezTo>
                  <a:cubicBezTo>
                    <a:pt x="4369213" y="726547"/>
                    <a:pt x="4369499" y="722451"/>
                    <a:pt x="4370070" y="718451"/>
                  </a:cubicBezTo>
                  <a:cubicBezTo>
                    <a:pt x="4370356" y="714260"/>
                    <a:pt x="4362831" y="708926"/>
                    <a:pt x="4365594" y="707783"/>
                  </a:cubicBezTo>
                  <a:cubicBezTo>
                    <a:pt x="4374547" y="703782"/>
                    <a:pt x="4380071" y="723594"/>
                    <a:pt x="4384072" y="715117"/>
                  </a:cubicBezTo>
                  <a:cubicBezTo>
                    <a:pt x="4384644" y="707307"/>
                    <a:pt x="4364546" y="690924"/>
                    <a:pt x="4376547" y="679113"/>
                  </a:cubicBezTo>
                  <a:cubicBezTo>
                    <a:pt x="4379881" y="678065"/>
                    <a:pt x="4389311" y="682161"/>
                    <a:pt x="4394359" y="679113"/>
                  </a:cubicBezTo>
                  <a:cubicBezTo>
                    <a:pt x="4402360" y="674445"/>
                    <a:pt x="4378833" y="662253"/>
                    <a:pt x="4386072" y="657491"/>
                  </a:cubicBezTo>
                  <a:cubicBezTo>
                    <a:pt x="4386072" y="657491"/>
                    <a:pt x="4392930" y="653109"/>
                    <a:pt x="4405789" y="651871"/>
                  </a:cubicBezTo>
                  <a:cubicBezTo>
                    <a:pt x="4418362" y="653681"/>
                    <a:pt x="4409789" y="643870"/>
                    <a:pt x="4407218" y="639298"/>
                  </a:cubicBezTo>
                  <a:cubicBezTo>
                    <a:pt x="4403312" y="634726"/>
                    <a:pt x="4396550" y="640155"/>
                    <a:pt x="4393216" y="637203"/>
                  </a:cubicBezTo>
                  <a:cubicBezTo>
                    <a:pt x="4390073" y="634345"/>
                    <a:pt x="4379024" y="625868"/>
                    <a:pt x="4387120" y="623677"/>
                  </a:cubicBezTo>
                  <a:cubicBezTo>
                    <a:pt x="4393502" y="622153"/>
                    <a:pt x="4386739" y="618343"/>
                    <a:pt x="4384548" y="614819"/>
                  </a:cubicBezTo>
                  <a:cubicBezTo>
                    <a:pt x="4382834" y="611009"/>
                    <a:pt x="4371594" y="614342"/>
                    <a:pt x="4372356" y="613676"/>
                  </a:cubicBezTo>
                  <a:cubicBezTo>
                    <a:pt x="4374261" y="611580"/>
                    <a:pt x="4365784" y="602912"/>
                    <a:pt x="4371213" y="601484"/>
                  </a:cubicBezTo>
                  <a:cubicBezTo>
                    <a:pt x="4381310" y="598912"/>
                    <a:pt x="4377786" y="594435"/>
                    <a:pt x="4377976" y="593673"/>
                  </a:cubicBezTo>
                  <a:cubicBezTo>
                    <a:pt x="4377976" y="593006"/>
                    <a:pt x="4368356" y="583196"/>
                    <a:pt x="4378262" y="581672"/>
                  </a:cubicBezTo>
                  <a:cubicBezTo>
                    <a:pt x="4384453" y="580814"/>
                    <a:pt x="4385787" y="584815"/>
                    <a:pt x="4393502" y="582815"/>
                  </a:cubicBezTo>
                  <a:cubicBezTo>
                    <a:pt x="4399217" y="581291"/>
                    <a:pt x="4403217" y="587196"/>
                    <a:pt x="4408837" y="584910"/>
                  </a:cubicBezTo>
                  <a:cubicBezTo>
                    <a:pt x="4423410" y="579576"/>
                    <a:pt x="4413885" y="579386"/>
                    <a:pt x="4418362" y="570813"/>
                  </a:cubicBezTo>
                  <a:cubicBezTo>
                    <a:pt x="4419505" y="568527"/>
                    <a:pt x="4431792" y="571766"/>
                    <a:pt x="4431792" y="571766"/>
                  </a:cubicBezTo>
                  <a:cubicBezTo>
                    <a:pt x="4431792" y="571766"/>
                    <a:pt x="4438079" y="574337"/>
                    <a:pt x="4445604" y="573004"/>
                  </a:cubicBezTo>
                  <a:lnTo>
                    <a:pt x="4459320" y="580624"/>
                  </a:lnTo>
                  <a:cubicBezTo>
                    <a:pt x="4471797" y="579576"/>
                    <a:pt x="4461891" y="569765"/>
                    <a:pt x="4465130" y="568622"/>
                  </a:cubicBezTo>
                  <a:cubicBezTo>
                    <a:pt x="4469130" y="567099"/>
                    <a:pt x="4463225" y="559574"/>
                    <a:pt x="4467892" y="557764"/>
                  </a:cubicBezTo>
                  <a:cubicBezTo>
                    <a:pt x="4472464" y="556050"/>
                    <a:pt x="4477131" y="560621"/>
                    <a:pt x="4482179" y="558812"/>
                  </a:cubicBezTo>
                  <a:cubicBezTo>
                    <a:pt x="4486847" y="557002"/>
                    <a:pt x="4491038" y="552906"/>
                    <a:pt x="4495895" y="551001"/>
                  </a:cubicBezTo>
                  <a:cubicBezTo>
                    <a:pt x="4500944" y="549096"/>
                    <a:pt x="4495419" y="539190"/>
                    <a:pt x="4500658" y="537285"/>
                  </a:cubicBezTo>
                  <a:cubicBezTo>
                    <a:pt x="4506087" y="535285"/>
                    <a:pt x="4513517" y="529665"/>
                    <a:pt x="4518946" y="527760"/>
                  </a:cubicBezTo>
                  <a:cubicBezTo>
                    <a:pt x="4522851" y="526236"/>
                    <a:pt x="4533995" y="533380"/>
                    <a:pt x="4541044" y="530808"/>
                  </a:cubicBezTo>
                  <a:cubicBezTo>
                    <a:pt x="4542663" y="530141"/>
                    <a:pt x="4558665" y="543953"/>
                    <a:pt x="4557141" y="535190"/>
                  </a:cubicBezTo>
                  <a:cubicBezTo>
                    <a:pt x="4556570" y="531665"/>
                    <a:pt x="4554951" y="530046"/>
                    <a:pt x="4553807" y="525569"/>
                  </a:cubicBezTo>
                  <a:cubicBezTo>
                    <a:pt x="4553141" y="523188"/>
                    <a:pt x="4544854" y="517473"/>
                    <a:pt x="4544187" y="514997"/>
                  </a:cubicBezTo>
                  <a:lnTo>
                    <a:pt x="4529423" y="505472"/>
                  </a:lnTo>
                  <a:lnTo>
                    <a:pt x="4520946" y="497090"/>
                  </a:lnTo>
                  <a:cubicBezTo>
                    <a:pt x="4520184" y="494327"/>
                    <a:pt x="4504563" y="488231"/>
                    <a:pt x="4503706" y="485660"/>
                  </a:cubicBezTo>
                  <a:cubicBezTo>
                    <a:pt x="4503706" y="485660"/>
                    <a:pt x="4504849" y="484326"/>
                    <a:pt x="4506468" y="482421"/>
                  </a:cubicBezTo>
                  <a:cubicBezTo>
                    <a:pt x="4508087" y="480707"/>
                    <a:pt x="4531424" y="488136"/>
                    <a:pt x="4533805" y="485660"/>
                  </a:cubicBezTo>
                  <a:cubicBezTo>
                    <a:pt x="4536377" y="482516"/>
                    <a:pt x="4533329" y="476039"/>
                    <a:pt x="4535901" y="473182"/>
                  </a:cubicBezTo>
                  <a:cubicBezTo>
                    <a:pt x="4539901" y="468610"/>
                    <a:pt x="4527995" y="458513"/>
                    <a:pt x="4528566" y="458323"/>
                  </a:cubicBezTo>
                  <a:cubicBezTo>
                    <a:pt x="4532662" y="456418"/>
                    <a:pt x="4523518" y="449941"/>
                    <a:pt x="4527519" y="448226"/>
                  </a:cubicBezTo>
                  <a:cubicBezTo>
                    <a:pt x="4532948" y="446417"/>
                    <a:pt x="4549331" y="471848"/>
                    <a:pt x="4554188" y="470039"/>
                  </a:cubicBezTo>
                  <a:cubicBezTo>
                    <a:pt x="4554188" y="470039"/>
                    <a:pt x="4562285" y="465086"/>
                    <a:pt x="4569238" y="468991"/>
                  </a:cubicBezTo>
                  <a:cubicBezTo>
                    <a:pt x="4572572" y="471182"/>
                    <a:pt x="4576477" y="473849"/>
                    <a:pt x="4580382" y="476325"/>
                  </a:cubicBezTo>
                  <a:cubicBezTo>
                    <a:pt x="4589526" y="482421"/>
                    <a:pt x="4596861" y="483374"/>
                    <a:pt x="4602576" y="486612"/>
                  </a:cubicBezTo>
                  <a:cubicBezTo>
                    <a:pt x="4602576" y="486612"/>
                    <a:pt x="4615815" y="492422"/>
                    <a:pt x="4621149" y="494994"/>
                  </a:cubicBezTo>
                  <a:cubicBezTo>
                    <a:pt x="4629722" y="497185"/>
                    <a:pt x="4636199" y="493946"/>
                    <a:pt x="4636199" y="493946"/>
                  </a:cubicBezTo>
                  <a:cubicBezTo>
                    <a:pt x="4638580" y="487850"/>
                    <a:pt x="4638675" y="480230"/>
                    <a:pt x="4629817" y="473182"/>
                  </a:cubicBezTo>
                  <a:cubicBezTo>
                    <a:pt x="4626864" y="470896"/>
                    <a:pt x="4629150" y="468038"/>
                    <a:pt x="4636675" y="469086"/>
                  </a:cubicBezTo>
                  <a:cubicBezTo>
                    <a:pt x="4636675" y="469086"/>
                    <a:pt x="4647248" y="470705"/>
                    <a:pt x="4650201" y="466895"/>
                  </a:cubicBezTo>
                  <a:cubicBezTo>
                    <a:pt x="4652201" y="464324"/>
                    <a:pt x="4650486" y="457085"/>
                    <a:pt x="4646200" y="451465"/>
                  </a:cubicBezTo>
                  <a:close/>
                  <a:moveTo>
                    <a:pt x="4801743" y="2166537"/>
                  </a:moveTo>
                  <a:cubicBezTo>
                    <a:pt x="4794504" y="2152059"/>
                    <a:pt x="4791361" y="2140914"/>
                    <a:pt x="4791170" y="2146629"/>
                  </a:cubicBezTo>
                  <a:cubicBezTo>
                    <a:pt x="4790980" y="2152821"/>
                    <a:pt x="4780788" y="2147201"/>
                    <a:pt x="4782979" y="2152249"/>
                  </a:cubicBezTo>
                  <a:lnTo>
                    <a:pt x="4783741" y="2157488"/>
                  </a:lnTo>
                  <a:cubicBezTo>
                    <a:pt x="4782122" y="2162631"/>
                    <a:pt x="4779455" y="2163870"/>
                    <a:pt x="4779360" y="2167394"/>
                  </a:cubicBezTo>
                  <a:cubicBezTo>
                    <a:pt x="4779360" y="2167394"/>
                    <a:pt x="4769454" y="2165394"/>
                    <a:pt x="4765548" y="2165584"/>
                  </a:cubicBezTo>
                  <a:cubicBezTo>
                    <a:pt x="4756595" y="2166346"/>
                    <a:pt x="4751356" y="2165965"/>
                    <a:pt x="4749070" y="2164727"/>
                  </a:cubicBezTo>
                  <a:cubicBezTo>
                    <a:pt x="4743450" y="2161965"/>
                    <a:pt x="4737735" y="2164917"/>
                    <a:pt x="4732115" y="2164917"/>
                  </a:cubicBezTo>
                  <a:cubicBezTo>
                    <a:pt x="4724591" y="2164917"/>
                    <a:pt x="4741640" y="2169775"/>
                    <a:pt x="4744879" y="2181110"/>
                  </a:cubicBezTo>
                  <a:cubicBezTo>
                    <a:pt x="4746403" y="2188825"/>
                    <a:pt x="4749927" y="2190063"/>
                    <a:pt x="4757452" y="2197112"/>
                  </a:cubicBezTo>
                  <a:cubicBezTo>
                    <a:pt x="4764881" y="2204065"/>
                    <a:pt x="4761929" y="2210733"/>
                    <a:pt x="4763453" y="2214447"/>
                  </a:cubicBezTo>
                  <a:cubicBezTo>
                    <a:pt x="4766501" y="2222353"/>
                    <a:pt x="4774978" y="2237117"/>
                    <a:pt x="4782693" y="2241784"/>
                  </a:cubicBezTo>
                  <a:cubicBezTo>
                    <a:pt x="4789361" y="2245975"/>
                    <a:pt x="4793933" y="2265216"/>
                    <a:pt x="4801077" y="2265216"/>
                  </a:cubicBezTo>
                  <a:cubicBezTo>
                    <a:pt x="4806125" y="2265216"/>
                    <a:pt x="4807744" y="2239689"/>
                    <a:pt x="4808220" y="2233688"/>
                  </a:cubicBezTo>
                  <a:lnTo>
                    <a:pt x="4812126" y="2228449"/>
                  </a:lnTo>
                  <a:cubicBezTo>
                    <a:pt x="4806315" y="2216638"/>
                    <a:pt x="4811554" y="2221115"/>
                    <a:pt x="4811554" y="2216638"/>
                  </a:cubicBezTo>
                  <a:lnTo>
                    <a:pt x="4812030" y="2203113"/>
                  </a:lnTo>
                  <a:cubicBezTo>
                    <a:pt x="4811363" y="2201589"/>
                    <a:pt x="4814221" y="2196540"/>
                    <a:pt x="4807935" y="2182729"/>
                  </a:cubicBezTo>
                  <a:cubicBezTo>
                    <a:pt x="4803458" y="2171585"/>
                    <a:pt x="4804887" y="2172537"/>
                    <a:pt x="4801838" y="2166537"/>
                  </a:cubicBezTo>
                  <a:close/>
                  <a:moveTo>
                    <a:pt x="4132136" y="975245"/>
                  </a:moveTo>
                  <a:cubicBezTo>
                    <a:pt x="4124230" y="975816"/>
                    <a:pt x="4114229" y="962481"/>
                    <a:pt x="4107466" y="962481"/>
                  </a:cubicBezTo>
                  <a:cubicBezTo>
                    <a:pt x="4101179" y="963243"/>
                    <a:pt x="4080224" y="980293"/>
                    <a:pt x="4079462" y="984960"/>
                  </a:cubicBezTo>
                  <a:cubicBezTo>
                    <a:pt x="4078605" y="990294"/>
                    <a:pt x="4060698" y="1014678"/>
                    <a:pt x="4060508" y="1019155"/>
                  </a:cubicBezTo>
                  <a:cubicBezTo>
                    <a:pt x="4059936" y="1032871"/>
                    <a:pt x="4075462" y="1047635"/>
                    <a:pt x="4087082" y="1049540"/>
                  </a:cubicBezTo>
                  <a:cubicBezTo>
                    <a:pt x="4099084" y="1051159"/>
                    <a:pt x="4111562" y="1028299"/>
                    <a:pt x="4121087" y="1024584"/>
                  </a:cubicBezTo>
                  <a:cubicBezTo>
                    <a:pt x="4123468" y="1023822"/>
                    <a:pt x="4145280" y="1018965"/>
                    <a:pt x="4147661" y="1017821"/>
                  </a:cubicBezTo>
                  <a:cubicBezTo>
                    <a:pt x="4151281" y="1015821"/>
                    <a:pt x="4169093" y="1002391"/>
                    <a:pt x="4173093" y="999819"/>
                  </a:cubicBezTo>
                  <a:cubicBezTo>
                    <a:pt x="4176141" y="997724"/>
                    <a:pt x="4183571" y="999629"/>
                    <a:pt x="4187000" y="997152"/>
                  </a:cubicBezTo>
                  <a:cubicBezTo>
                    <a:pt x="4194810" y="991056"/>
                    <a:pt x="4207288" y="1010868"/>
                    <a:pt x="4215479" y="1002391"/>
                  </a:cubicBezTo>
                  <a:cubicBezTo>
                    <a:pt x="4221671" y="996295"/>
                    <a:pt x="4209098" y="994580"/>
                    <a:pt x="4215194" y="987437"/>
                  </a:cubicBezTo>
                  <a:cubicBezTo>
                    <a:pt x="4223195" y="978293"/>
                    <a:pt x="4213955" y="948861"/>
                    <a:pt x="4215575" y="946765"/>
                  </a:cubicBezTo>
                  <a:cubicBezTo>
                    <a:pt x="4217004" y="944765"/>
                    <a:pt x="4230815" y="916094"/>
                    <a:pt x="4229767" y="907522"/>
                  </a:cubicBezTo>
                  <a:cubicBezTo>
                    <a:pt x="4229386" y="904284"/>
                    <a:pt x="4193477" y="888663"/>
                    <a:pt x="4192810" y="884757"/>
                  </a:cubicBezTo>
                  <a:cubicBezTo>
                    <a:pt x="4192143" y="880185"/>
                    <a:pt x="4221766" y="884281"/>
                    <a:pt x="4220718" y="878947"/>
                  </a:cubicBezTo>
                  <a:cubicBezTo>
                    <a:pt x="4219766" y="874184"/>
                    <a:pt x="4252627" y="839228"/>
                    <a:pt x="4251389" y="834180"/>
                  </a:cubicBezTo>
                  <a:cubicBezTo>
                    <a:pt x="4250341" y="828179"/>
                    <a:pt x="4306920" y="786269"/>
                    <a:pt x="4289965" y="777601"/>
                  </a:cubicBezTo>
                  <a:cubicBezTo>
                    <a:pt x="4281678" y="771981"/>
                    <a:pt x="4260914" y="815987"/>
                    <a:pt x="4251770" y="816463"/>
                  </a:cubicBezTo>
                  <a:cubicBezTo>
                    <a:pt x="4239578" y="817511"/>
                    <a:pt x="4221766" y="851705"/>
                    <a:pt x="4220623" y="847419"/>
                  </a:cubicBezTo>
                  <a:cubicBezTo>
                    <a:pt x="4218718" y="838561"/>
                    <a:pt x="4192334" y="845895"/>
                    <a:pt x="4191286" y="840847"/>
                  </a:cubicBezTo>
                  <a:cubicBezTo>
                    <a:pt x="4190238" y="835799"/>
                    <a:pt x="4187285" y="832655"/>
                    <a:pt x="4188428" y="830941"/>
                  </a:cubicBezTo>
                  <a:cubicBezTo>
                    <a:pt x="4194810" y="821607"/>
                    <a:pt x="4184237" y="821416"/>
                    <a:pt x="4189476" y="812272"/>
                  </a:cubicBezTo>
                  <a:cubicBezTo>
                    <a:pt x="4194429" y="803604"/>
                    <a:pt x="4167664" y="787412"/>
                    <a:pt x="4171474" y="779220"/>
                  </a:cubicBezTo>
                  <a:cubicBezTo>
                    <a:pt x="4173379" y="775505"/>
                    <a:pt x="4183094" y="772553"/>
                    <a:pt x="4184809" y="769028"/>
                  </a:cubicBezTo>
                  <a:cubicBezTo>
                    <a:pt x="4186333" y="765123"/>
                    <a:pt x="4157091" y="728452"/>
                    <a:pt x="4158329" y="724928"/>
                  </a:cubicBezTo>
                  <a:cubicBezTo>
                    <a:pt x="4159568" y="721594"/>
                    <a:pt x="4161092" y="689495"/>
                    <a:pt x="4158329" y="684161"/>
                  </a:cubicBezTo>
                  <a:cubicBezTo>
                    <a:pt x="4154234" y="678446"/>
                    <a:pt x="4144137" y="678827"/>
                    <a:pt x="4143089" y="681399"/>
                  </a:cubicBezTo>
                  <a:cubicBezTo>
                    <a:pt x="4141375" y="683303"/>
                    <a:pt x="4147471" y="725880"/>
                    <a:pt x="4152234" y="731500"/>
                  </a:cubicBezTo>
                  <a:cubicBezTo>
                    <a:pt x="4154615" y="735119"/>
                    <a:pt x="4166902" y="765218"/>
                    <a:pt x="4157186" y="766838"/>
                  </a:cubicBezTo>
                  <a:cubicBezTo>
                    <a:pt x="4148328" y="768076"/>
                    <a:pt x="4165187" y="777506"/>
                    <a:pt x="4150424" y="785888"/>
                  </a:cubicBezTo>
                  <a:cubicBezTo>
                    <a:pt x="4145185" y="788936"/>
                    <a:pt x="4163092" y="804652"/>
                    <a:pt x="4157567" y="809129"/>
                  </a:cubicBezTo>
                  <a:cubicBezTo>
                    <a:pt x="4154043" y="811891"/>
                    <a:pt x="4153472" y="825417"/>
                    <a:pt x="4149567" y="828560"/>
                  </a:cubicBezTo>
                  <a:cubicBezTo>
                    <a:pt x="4145280" y="832370"/>
                    <a:pt x="4179094" y="832274"/>
                    <a:pt x="4168807" y="843419"/>
                  </a:cubicBezTo>
                  <a:cubicBezTo>
                    <a:pt x="4164044" y="848181"/>
                    <a:pt x="4163854" y="853611"/>
                    <a:pt x="4159282" y="859135"/>
                  </a:cubicBezTo>
                  <a:cubicBezTo>
                    <a:pt x="4156520" y="862183"/>
                    <a:pt x="4163854" y="868946"/>
                    <a:pt x="4161092" y="872280"/>
                  </a:cubicBezTo>
                  <a:cubicBezTo>
                    <a:pt x="4157758" y="876661"/>
                    <a:pt x="4134231" y="866850"/>
                    <a:pt x="4130707" y="871327"/>
                  </a:cubicBezTo>
                  <a:cubicBezTo>
                    <a:pt x="4127373" y="876185"/>
                    <a:pt x="4146899" y="875709"/>
                    <a:pt x="4143566" y="880566"/>
                  </a:cubicBezTo>
                  <a:cubicBezTo>
                    <a:pt x="4141661" y="883138"/>
                    <a:pt x="4163663" y="893806"/>
                    <a:pt x="4162044" y="896568"/>
                  </a:cubicBezTo>
                  <a:cubicBezTo>
                    <a:pt x="4159377" y="900283"/>
                    <a:pt x="4176046" y="910856"/>
                    <a:pt x="4173665" y="914570"/>
                  </a:cubicBezTo>
                  <a:cubicBezTo>
                    <a:pt x="4171950" y="917428"/>
                    <a:pt x="4179475" y="921524"/>
                    <a:pt x="4177760" y="924476"/>
                  </a:cubicBezTo>
                  <a:cubicBezTo>
                    <a:pt x="4174712" y="929525"/>
                    <a:pt x="4168330" y="940955"/>
                    <a:pt x="4165854" y="945908"/>
                  </a:cubicBezTo>
                  <a:cubicBezTo>
                    <a:pt x="4163759" y="949622"/>
                    <a:pt x="4146804" y="941240"/>
                    <a:pt x="4143756" y="949242"/>
                  </a:cubicBezTo>
                  <a:cubicBezTo>
                    <a:pt x="4142613" y="952194"/>
                    <a:pt x="4152329" y="955433"/>
                    <a:pt x="4151090" y="958195"/>
                  </a:cubicBezTo>
                  <a:cubicBezTo>
                    <a:pt x="4147376" y="966672"/>
                    <a:pt x="4141089" y="974388"/>
                    <a:pt x="4132231" y="975245"/>
                  </a:cubicBezTo>
                  <a:close/>
                  <a:moveTo>
                    <a:pt x="5265611" y="2089003"/>
                  </a:moveTo>
                  <a:cubicBezTo>
                    <a:pt x="5253800" y="2089003"/>
                    <a:pt x="5228654" y="2057285"/>
                    <a:pt x="5214081" y="2042712"/>
                  </a:cubicBezTo>
                  <a:cubicBezTo>
                    <a:pt x="5176171" y="2004612"/>
                    <a:pt x="5145310" y="2010422"/>
                    <a:pt x="5151882" y="2024138"/>
                  </a:cubicBezTo>
                  <a:cubicBezTo>
                    <a:pt x="5156931" y="2034615"/>
                    <a:pt x="5183886" y="2055856"/>
                    <a:pt x="5208842" y="2086146"/>
                  </a:cubicBezTo>
                  <a:cubicBezTo>
                    <a:pt x="5215891" y="2094432"/>
                    <a:pt x="5217414" y="2114816"/>
                    <a:pt x="5224367" y="2122245"/>
                  </a:cubicBezTo>
                  <a:cubicBezTo>
                    <a:pt x="5243132" y="2141772"/>
                    <a:pt x="5261420" y="2156440"/>
                    <a:pt x="5274564" y="2156440"/>
                  </a:cubicBezTo>
                  <a:cubicBezTo>
                    <a:pt x="5310950" y="2156440"/>
                    <a:pt x="5318665" y="2122245"/>
                    <a:pt x="5308188" y="2101100"/>
                  </a:cubicBezTo>
                  <a:cubicBezTo>
                    <a:pt x="5297710" y="2080050"/>
                    <a:pt x="5301329" y="2089098"/>
                    <a:pt x="5265515" y="2089098"/>
                  </a:cubicBezTo>
                  <a:close/>
                  <a:moveTo>
                    <a:pt x="5227701" y="2160726"/>
                  </a:moveTo>
                  <a:cubicBezTo>
                    <a:pt x="5200459" y="2160726"/>
                    <a:pt x="5209128" y="2199684"/>
                    <a:pt x="5201508" y="2229973"/>
                  </a:cubicBezTo>
                  <a:cubicBezTo>
                    <a:pt x="5194649" y="2256738"/>
                    <a:pt x="5171313" y="2270264"/>
                    <a:pt x="5174361" y="2285028"/>
                  </a:cubicBezTo>
                  <a:cubicBezTo>
                    <a:pt x="5179028" y="2308364"/>
                    <a:pt x="5188268" y="2325414"/>
                    <a:pt x="5240655" y="2325414"/>
                  </a:cubicBezTo>
                  <a:cubicBezTo>
                    <a:pt x="5263896" y="2325414"/>
                    <a:pt x="5258943" y="2299982"/>
                    <a:pt x="5262563" y="2273598"/>
                  </a:cubicBezTo>
                  <a:cubicBezTo>
                    <a:pt x="5264182" y="2262930"/>
                    <a:pt x="5267040" y="2240451"/>
                    <a:pt x="5267325" y="2229878"/>
                  </a:cubicBezTo>
                  <a:cubicBezTo>
                    <a:pt x="5267897" y="2207875"/>
                    <a:pt x="5281803" y="2208732"/>
                    <a:pt x="5277612" y="2195112"/>
                  </a:cubicBezTo>
                  <a:cubicBezTo>
                    <a:pt x="5269992" y="2172061"/>
                    <a:pt x="5278660" y="2160631"/>
                    <a:pt x="5227606" y="2160631"/>
                  </a:cubicBezTo>
                  <a:close/>
                  <a:moveTo>
                    <a:pt x="4770501" y="1877739"/>
                  </a:moveTo>
                  <a:cubicBezTo>
                    <a:pt x="4776693" y="1862403"/>
                    <a:pt x="4762977" y="1856307"/>
                    <a:pt x="4750689" y="1850688"/>
                  </a:cubicBezTo>
                  <a:cubicBezTo>
                    <a:pt x="4738307" y="1844877"/>
                    <a:pt x="4734211" y="1838972"/>
                    <a:pt x="4723353" y="1832590"/>
                  </a:cubicBezTo>
                  <a:lnTo>
                    <a:pt x="4721352" y="1828780"/>
                  </a:lnTo>
                  <a:cubicBezTo>
                    <a:pt x="4717542" y="1799729"/>
                    <a:pt x="4701254" y="1800396"/>
                    <a:pt x="4688872" y="1792394"/>
                  </a:cubicBezTo>
                  <a:cubicBezTo>
                    <a:pt x="4667345" y="1780202"/>
                    <a:pt x="4666488" y="1768201"/>
                    <a:pt x="4637913" y="1758867"/>
                  </a:cubicBezTo>
                  <a:cubicBezTo>
                    <a:pt x="4621626" y="1751151"/>
                    <a:pt x="4616482" y="1747532"/>
                    <a:pt x="4600861" y="1740102"/>
                  </a:cubicBezTo>
                  <a:cubicBezTo>
                    <a:pt x="4586383" y="1733149"/>
                    <a:pt x="4589717" y="1704098"/>
                    <a:pt x="4576572" y="1697716"/>
                  </a:cubicBezTo>
                  <a:cubicBezTo>
                    <a:pt x="4561142" y="1690572"/>
                    <a:pt x="4556379" y="1665522"/>
                    <a:pt x="4532662" y="1660950"/>
                  </a:cubicBezTo>
                  <a:cubicBezTo>
                    <a:pt x="4521327" y="1655425"/>
                    <a:pt x="4512374" y="1631613"/>
                    <a:pt x="4502372" y="1626850"/>
                  </a:cubicBezTo>
                  <a:cubicBezTo>
                    <a:pt x="4478274" y="1615134"/>
                    <a:pt x="4482942" y="1607419"/>
                    <a:pt x="4468749" y="1602276"/>
                  </a:cubicBezTo>
                  <a:cubicBezTo>
                    <a:pt x="4455129" y="1597132"/>
                    <a:pt x="4482084" y="1645233"/>
                    <a:pt x="4482846" y="1645043"/>
                  </a:cubicBezTo>
                  <a:cubicBezTo>
                    <a:pt x="4491895" y="1649519"/>
                    <a:pt x="4491990" y="1692382"/>
                    <a:pt x="4497038" y="1688667"/>
                  </a:cubicBezTo>
                  <a:cubicBezTo>
                    <a:pt x="4501896" y="1684952"/>
                    <a:pt x="4499705" y="1721147"/>
                    <a:pt x="4499705" y="1721147"/>
                  </a:cubicBezTo>
                  <a:cubicBezTo>
                    <a:pt x="4502849" y="1735435"/>
                    <a:pt x="4476750" y="1702479"/>
                    <a:pt x="4471416" y="1697811"/>
                  </a:cubicBezTo>
                  <a:cubicBezTo>
                    <a:pt x="4462939" y="1692954"/>
                    <a:pt x="4451033" y="1703336"/>
                    <a:pt x="4447794" y="1700193"/>
                  </a:cubicBezTo>
                  <a:cubicBezTo>
                    <a:pt x="4442270" y="1694954"/>
                    <a:pt x="4425125" y="1681714"/>
                    <a:pt x="4414647" y="1676952"/>
                  </a:cubicBezTo>
                  <a:cubicBezTo>
                    <a:pt x="4407599" y="1673999"/>
                    <a:pt x="4417505" y="1656759"/>
                    <a:pt x="4408646" y="1653901"/>
                  </a:cubicBezTo>
                  <a:cubicBezTo>
                    <a:pt x="4398740" y="1651043"/>
                    <a:pt x="4420172" y="1635994"/>
                    <a:pt x="4408361" y="1633518"/>
                  </a:cubicBezTo>
                  <a:cubicBezTo>
                    <a:pt x="4401693" y="1632184"/>
                    <a:pt x="4403217" y="1613325"/>
                    <a:pt x="4394264" y="1608848"/>
                  </a:cubicBezTo>
                  <a:cubicBezTo>
                    <a:pt x="4385691" y="1607324"/>
                    <a:pt x="4375690" y="1632279"/>
                    <a:pt x="4366260" y="1631327"/>
                  </a:cubicBezTo>
                  <a:cubicBezTo>
                    <a:pt x="4358164" y="1630279"/>
                    <a:pt x="4350639" y="1618468"/>
                    <a:pt x="4342067" y="1617801"/>
                  </a:cubicBezTo>
                  <a:cubicBezTo>
                    <a:pt x="4335685" y="1617230"/>
                    <a:pt x="4317302" y="1611419"/>
                    <a:pt x="4310729" y="1611039"/>
                  </a:cubicBezTo>
                  <a:cubicBezTo>
                    <a:pt x="4305205" y="1610658"/>
                    <a:pt x="4284155" y="1605990"/>
                    <a:pt x="4287488" y="1613325"/>
                  </a:cubicBezTo>
                  <a:cubicBezTo>
                    <a:pt x="4291394" y="1624469"/>
                    <a:pt x="4303681" y="1623135"/>
                    <a:pt x="4303395" y="1638089"/>
                  </a:cubicBezTo>
                  <a:cubicBezTo>
                    <a:pt x="4303395" y="1646281"/>
                    <a:pt x="4297299" y="1672570"/>
                    <a:pt x="4291108" y="1672570"/>
                  </a:cubicBezTo>
                  <a:cubicBezTo>
                    <a:pt x="4286727" y="1672570"/>
                    <a:pt x="4268343" y="1663140"/>
                    <a:pt x="4258818" y="1656377"/>
                  </a:cubicBezTo>
                  <a:cubicBezTo>
                    <a:pt x="4255294" y="1654187"/>
                    <a:pt x="4233387" y="1641900"/>
                    <a:pt x="4221956" y="1656377"/>
                  </a:cubicBezTo>
                  <a:cubicBezTo>
                    <a:pt x="4212717" y="1667903"/>
                    <a:pt x="4234529" y="1688096"/>
                    <a:pt x="4228243" y="1688572"/>
                  </a:cubicBezTo>
                  <a:cubicBezTo>
                    <a:pt x="4220909" y="1689048"/>
                    <a:pt x="4224052" y="1699145"/>
                    <a:pt x="4217385" y="1700097"/>
                  </a:cubicBezTo>
                  <a:cubicBezTo>
                    <a:pt x="4209955" y="1700859"/>
                    <a:pt x="4207764" y="1701431"/>
                    <a:pt x="4200906" y="1702383"/>
                  </a:cubicBezTo>
                  <a:cubicBezTo>
                    <a:pt x="4193572" y="1703622"/>
                    <a:pt x="4200906" y="1710194"/>
                    <a:pt x="4194143" y="1711718"/>
                  </a:cubicBezTo>
                  <a:cubicBezTo>
                    <a:pt x="4186428" y="1713337"/>
                    <a:pt x="4198430" y="1747532"/>
                    <a:pt x="4191667" y="1749342"/>
                  </a:cubicBezTo>
                  <a:cubicBezTo>
                    <a:pt x="4185857" y="1750961"/>
                    <a:pt x="4172331" y="1757057"/>
                    <a:pt x="4167378" y="1758867"/>
                  </a:cubicBezTo>
                  <a:cubicBezTo>
                    <a:pt x="4146328" y="1766296"/>
                    <a:pt x="4142137" y="1760010"/>
                    <a:pt x="4128135" y="1768201"/>
                  </a:cubicBezTo>
                  <a:cubicBezTo>
                    <a:pt x="4124516" y="1770582"/>
                    <a:pt x="4125563" y="1789918"/>
                    <a:pt x="4119467" y="1780393"/>
                  </a:cubicBezTo>
                  <a:cubicBezTo>
                    <a:pt x="4103465" y="1754676"/>
                    <a:pt x="4101751" y="1776393"/>
                    <a:pt x="4097274" y="1782965"/>
                  </a:cubicBezTo>
                  <a:lnTo>
                    <a:pt x="4093750" y="1786298"/>
                  </a:lnTo>
                  <a:cubicBezTo>
                    <a:pt x="4090702" y="1788585"/>
                    <a:pt x="4076034" y="1780107"/>
                    <a:pt x="4073843" y="1785156"/>
                  </a:cubicBezTo>
                  <a:cubicBezTo>
                    <a:pt x="4071461" y="1790585"/>
                    <a:pt x="4085559" y="1810206"/>
                    <a:pt x="4086701" y="1811540"/>
                  </a:cubicBezTo>
                  <a:cubicBezTo>
                    <a:pt x="4098322" y="1833447"/>
                    <a:pt x="4064413" y="1841734"/>
                    <a:pt x="4080129" y="1848211"/>
                  </a:cubicBezTo>
                  <a:cubicBezTo>
                    <a:pt x="4086892" y="1850878"/>
                    <a:pt x="4082415" y="1872881"/>
                    <a:pt x="4090797" y="1875357"/>
                  </a:cubicBezTo>
                  <a:cubicBezTo>
                    <a:pt x="4096036" y="1876881"/>
                    <a:pt x="4110419" y="1865261"/>
                    <a:pt x="4116800" y="1902599"/>
                  </a:cubicBezTo>
                  <a:cubicBezTo>
                    <a:pt x="4117658" y="1915839"/>
                    <a:pt x="4127183" y="1923935"/>
                    <a:pt x="4139184" y="1934317"/>
                  </a:cubicBezTo>
                  <a:cubicBezTo>
                    <a:pt x="4149185" y="1942699"/>
                    <a:pt x="4152424" y="1960511"/>
                    <a:pt x="4164806" y="1968321"/>
                  </a:cubicBezTo>
                  <a:cubicBezTo>
                    <a:pt x="4172617" y="1973369"/>
                    <a:pt x="4166140" y="1986895"/>
                    <a:pt x="4174331" y="1991467"/>
                  </a:cubicBezTo>
                  <a:cubicBezTo>
                    <a:pt x="4184047" y="1996896"/>
                    <a:pt x="4158520" y="2003754"/>
                    <a:pt x="4163378" y="2014803"/>
                  </a:cubicBezTo>
                  <a:cubicBezTo>
                    <a:pt x="4171474" y="2036425"/>
                    <a:pt x="4180332" y="2030234"/>
                    <a:pt x="4193191" y="2035663"/>
                  </a:cubicBezTo>
                  <a:cubicBezTo>
                    <a:pt x="4197858" y="2037759"/>
                    <a:pt x="4212051" y="2046331"/>
                    <a:pt x="4220052" y="2046331"/>
                  </a:cubicBezTo>
                  <a:cubicBezTo>
                    <a:pt x="4229481" y="2046045"/>
                    <a:pt x="4230434" y="2035377"/>
                    <a:pt x="4241864" y="2033282"/>
                  </a:cubicBezTo>
                  <a:cubicBezTo>
                    <a:pt x="4251008" y="2031567"/>
                    <a:pt x="4256437" y="2016994"/>
                    <a:pt x="4264629" y="2014898"/>
                  </a:cubicBezTo>
                  <a:cubicBezTo>
                    <a:pt x="4271772" y="2013184"/>
                    <a:pt x="4281012" y="2018899"/>
                    <a:pt x="4286250" y="2017470"/>
                  </a:cubicBezTo>
                  <a:cubicBezTo>
                    <a:pt x="4294442" y="2015375"/>
                    <a:pt x="4313492" y="2025185"/>
                    <a:pt x="4314159" y="2025471"/>
                  </a:cubicBezTo>
                  <a:cubicBezTo>
                    <a:pt x="4324731" y="2027376"/>
                    <a:pt x="4319778" y="2010803"/>
                    <a:pt x="4331208" y="2012231"/>
                  </a:cubicBezTo>
                  <a:cubicBezTo>
                    <a:pt x="4339971" y="2013470"/>
                    <a:pt x="4334828" y="1988229"/>
                    <a:pt x="4344162" y="1988991"/>
                  </a:cubicBezTo>
                  <a:cubicBezTo>
                    <a:pt x="4353687" y="1989943"/>
                    <a:pt x="4375309" y="1980799"/>
                    <a:pt x="4385310" y="1981180"/>
                  </a:cubicBezTo>
                  <a:cubicBezTo>
                    <a:pt x="4395693" y="1981942"/>
                    <a:pt x="4401598" y="1987467"/>
                    <a:pt x="4412266" y="1987752"/>
                  </a:cubicBezTo>
                  <a:cubicBezTo>
                    <a:pt x="4417410" y="1987752"/>
                    <a:pt x="4437698" y="1991943"/>
                    <a:pt x="4442937" y="1991943"/>
                  </a:cubicBezTo>
                  <a:cubicBezTo>
                    <a:pt x="4451604" y="1991943"/>
                    <a:pt x="4468368" y="1991848"/>
                    <a:pt x="4476750" y="1991467"/>
                  </a:cubicBezTo>
                  <a:cubicBezTo>
                    <a:pt x="4487323" y="1991086"/>
                    <a:pt x="4503992" y="2023376"/>
                    <a:pt x="4513993" y="2022614"/>
                  </a:cubicBezTo>
                  <a:cubicBezTo>
                    <a:pt x="4523328" y="2021852"/>
                    <a:pt x="4526566" y="2039283"/>
                    <a:pt x="4535424" y="2038330"/>
                  </a:cubicBezTo>
                  <a:cubicBezTo>
                    <a:pt x="4544854" y="2037282"/>
                    <a:pt x="4540949" y="2021471"/>
                    <a:pt x="4549331" y="2020042"/>
                  </a:cubicBezTo>
                  <a:cubicBezTo>
                    <a:pt x="4557618" y="2018518"/>
                    <a:pt x="4559808" y="2042235"/>
                    <a:pt x="4563047" y="2049855"/>
                  </a:cubicBezTo>
                  <a:cubicBezTo>
                    <a:pt x="4562094" y="2055189"/>
                    <a:pt x="4595718" y="2081669"/>
                    <a:pt x="4589431" y="2043664"/>
                  </a:cubicBezTo>
                  <a:cubicBezTo>
                    <a:pt x="4612767" y="2024805"/>
                    <a:pt x="4615148" y="2082812"/>
                    <a:pt x="4638294" y="2110244"/>
                  </a:cubicBezTo>
                  <a:cubicBezTo>
                    <a:pt x="4668488" y="2145963"/>
                    <a:pt x="4669822" y="2129580"/>
                    <a:pt x="4680776" y="2118435"/>
                  </a:cubicBezTo>
                  <a:cubicBezTo>
                    <a:pt x="4687538" y="2111387"/>
                    <a:pt x="4713065" y="2135961"/>
                    <a:pt x="4716685" y="2115578"/>
                  </a:cubicBezTo>
                  <a:cubicBezTo>
                    <a:pt x="4722210" y="2102148"/>
                    <a:pt x="4746022" y="2139581"/>
                    <a:pt x="4750213" y="2139962"/>
                  </a:cubicBezTo>
                  <a:cubicBezTo>
                    <a:pt x="4761834" y="2141486"/>
                    <a:pt x="4754023" y="2108720"/>
                    <a:pt x="4764786" y="2110244"/>
                  </a:cubicBezTo>
                  <a:cubicBezTo>
                    <a:pt x="4782693" y="2112435"/>
                    <a:pt x="4786218" y="2095004"/>
                    <a:pt x="4801362" y="2096909"/>
                  </a:cubicBezTo>
                  <a:cubicBezTo>
                    <a:pt x="4812792" y="2098147"/>
                    <a:pt x="4806220" y="2089003"/>
                    <a:pt x="4801553" y="2078240"/>
                  </a:cubicBezTo>
                  <a:cubicBezTo>
                    <a:pt x="4797171" y="2068048"/>
                    <a:pt x="4795171" y="2062428"/>
                    <a:pt x="4790694" y="2051760"/>
                  </a:cubicBezTo>
                  <a:cubicBezTo>
                    <a:pt x="4786027" y="2040806"/>
                    <a:pt x="4798600" y="2020137"/>
                    <a:pt x="4798600" y="2020137"/>
                  </a:cubicBezTo>
                  <a:cubicBezTo>
                    <a:pt x="4799553" y="2019756"/>
                    <a:pt x="4796790" y="2009755"/>
                    <a:pt x="4804505" y="1996896"/>
                  </a:cubicBezTo>
                  <a:cubicBezTo>
                    <a:pt x="4810506" y="1986514"/>
                    <a:pt x="4809935" y="1950510"/>
                    <a:pt x="4798505" y="1945556"/>
                  </a:cubicBezTo>
                  <a:cubicBezTo>
                    <a:pt x="4778883" y="1935936"/>
                    <a:pt x="4804791" y="1930221"/>
                    <a:pt x="4779074" y="1917743"/>
                  </a:cubicBezTo>
                  <a:cubicBezTo>
                    <a:pt x="4767644" y="1912219"/>
                    <a:pt x="4780598" y="1901456"/>
                    <a:pt x="4770787" y="1883930"/>
                  </a:cubicBezTo>
                  <a:lnTo>
                    <a:pt x="4770215" y="1880501"/>
                  </a:lnTo>
                  <a:lnTo>
                    <a:pt x="4770882" y="1877643"/>
                  </a:lnTo>
                  <a:close/>
                  <a:moveTo>
                    <a:pt x="3968877" y="1389201"/>
                  </a:moveTo>
                  <a:cubicBezTo>
                    <a:pt x="3965067" y="1391583"/>
                    <a:pt x="3961257" y="1397393"/>
                    <a:pt x="3958495" y="1400536"/>
                  </a:cubicBezTo>
                  <a:cubicBezTo>
                    <a:pt x="3953637" y="1406060"/>
                    <a:pt x="3954018" y="1408632"/>
                    <a:pt x="3952589" y="1416157"/>
                  </a:cubicBezTo>
                  <a:cubicBezTo>
                    <a:pt x="3952018" y="1420443"/>
                    <a:pt x="3933635" y="1419681"/>
                    <a:pt x="3934206" y="1424444"/>
                  </a:cubicBezTo>
                  <a:cubicBezTo>
                    <a:pt x="3934587" y="1427587"/>
                    <a:pt x="3935159" y="1430921"/>
                    <a:pt x="3936206" y="1434255"/>
                  </a:cubicBezTo>
                  <a:cubicBezTo>
                    <a:pt x="3937826" y="1439874"/>
                    <a:pt x="3908393" y="1446447"/>
                    <a:pt x="3905536" y="1453971"/>
                  </a:cubicBezTo>
                  <a:cubicBezTo>
                    <a:pt x="3905917" y="1465687"/>
                    <a:pt x="3917156" y="1469688"/>
                    <a:pt x="3918966" y="1471973"/>
                  </a:cubicBezTo>
                  <a:cubicBezTo>
                    <a:pt x="3921728" y="1475784"/>
                    <a:pt x="3937063" y="1494357"/>
                    <a:pt x="3940493" y="1497786"/>
                  </a:cubicBezTo>
                  <a:cubicBezTo>
                    <a:pt x="3943636" y="1500834"/>
                    <a:pt x="3966401" y="1509597"/>
                    <a:pt x="3966401" y="1509597"/>
                  </a:cubicBezTo>
                  <a:cubicBezTo>
                    <a:pt x="3972211" y="1511979"/>
                    <a:pt x="3999643" y="1525885"/>
                    <a:pt x="4004024" y="1528076"/>
                  </a:cubicBezTo>
                  <a:cubicBezTo>
                    <a:pt x="4010978" y="1531791"/>
                    <a:pt x="4015930" y="1520837"/>
                    <a:pt x="4023455" y="1522456"/>
                  </a:cubicBezTo>
                  <a:cubicBezTo>
                    <a:pt x="4029456" y="1523980"/>
                    <a:pt x="4042029" y="1521408"/>
                    <a:pt x="4047935" y="1521408"/>
                  </a:cubicBezTo>
                  <a:cubicBezTo>
                    <a:pt x="4057174" y="1521408"/>
                    <a:pt x="4025551" y="1493310"/>
                    <a:pt x="4032409" y="1490262"/>
                  </a:cubicBezTo>
                  <a:cubicBezTo>
                    <a:pt x="4038029" y="1487690"/>
                    <a:pt x="4042982" y="1483594"/>
                    <a:pt x="4046887" y="1479593"/>
                  </a:cubicBezTo>
                  <a:cubicBezTo>
                    <a:pt x="4049078" y="1477117"/>
                    <a:pt x="4047839" y="1471593"/>
                    <a:pt x="4049268" y="1468640"/>
                  </a:cubicBezTo>
                  <a:cubicBezTo>
                    <a:pt x="4050030" y="1467402"/>
                    <a:pt x="4042982" y="1453781"/>
                    <a:pt x="4045934" y="1450638"/>
                  </a:cubicBezTo>
                  <a:cubicBezTo>
                    <a:pt x="4047077" y="1447971"/>
                    <a:pt x="4060222" y="1452733"/>
                    <a:pt x="4060793" y="1449685"/>
                  </a:cubicBezTo>
                  <a:cubicBezTo>
                    <a:pt x="4062317" y="1442065"/>
                    <a:pt x="4053554" y="1441589"/>
                    <a:pt x="4050792" y="1432921"/>
                  </a:cubicBezTo>
                  <a:cubicBezTo>
                    <a:pt x="4047268" y="1421777"/>
                    <a:pt x="4046220" y="1421777"/>
                    <a:pt x="4037552" y="1412918"/>
                  </a:cubicBezTo>
                  <a:cubicBezTo>
                    <a:pt x="4030694" y="1405775"/>
                    <a:pt x="4061079" y="1389773"/>
                    <a:pt x="4051935" y="1385010"/>
                  </a:cubicBezTo>
                  <a:cubicBezTo>
                    <a:pt x="4047173" y="1382629"/>
                    <a:pt x="4017074" y="1349006"/>
                    <a:pt x="4002215" y="1340624"/>
                  </a:cubicBezTo>
                  <a:cubicBezTo>
                    <a:pt x="4000119" y="1339290"/>
                    <a:pt x="3996690" y="1338623"/>
                    <a:pt x="3994118" y="1339576"/>
                  </a:cubicBezTo>
                  <a:cubicBezTo>
                    <a:pt x="3989642" y="1340052"/>
                    <a:pt x="3982403" y="1352816"/>
                    <a:pt x="3974592" y="1352816"/>
                  </a:cubicBezTo>
                  <a:cubicBezTo>
                    <a:pt x="3968687" y="1352816"/>
                    <a:pt x="3971639" y="1376247"/>
                    <a:pt x="3966401" y="1377771"/>
                  </a:cubicBezTo>
                  <a:cubicBezTo>
                    <a:pt x="3961829" y="1379010"/>
                    <a:pt x="3972592" y="1386820"/>
                    <a:pt x="3968877" y="1389106"/>
                  </a:cubicBezTo>
                  <a:close/>
                  <a:moveTo>
                    <a:pt x="4080891" y="1146028"/>
                  </a:moveTo>
                  <a:cubicBezTo>
                    <a:pt x="4079653" y="1139551"/>
                    <a:pt x="4058698" y="1120025"/>
                    <a:pt x="4052792" y="1119168"/>
                  </a:cubicBezTo>
                  <a:cubicBezTo>
                    <a:pt x="4054317" y="1126311"/>
                    <a:pt x="4071461" y="1141266"/>
                    <a:pt x="4078129" y="1144790"/>
                  </a:cubicBezTo>
                  <a:lnTo>
                    <a:pt x="4075843" y="1146314"/>
                  </a:lnTo>
                  <a:cubicBezTo>
                    <a:pt x="4077557" y="1146123"/>
                    <a:pt x="4079177" y="1146409"/>
                    <a:pt x="4080891" y="1146028"/>
                  </a:cubicBezTo>
                  <a:close/>
                  <a:moveTo>
                    <a:pt x="2621947" y="985722"/>
                  </a:moveTo>
                  <a:cubicBezTo>
                    <a:pt x="2623185" y="975245"/>
                    <a:pt x="2606040" y="975911"/>
                    <a:pt x="2605945" y="973816"/>
                  </a:cubicBezTo>
                  <a:cubicBezTo>
                    <a:pt x="2605469" y="960957"/>
                    <a:pt x="2580513" y="983532"/>
                    <a:pt x="2580513" y="985722"/>
                  </a:cubicBezTo>
                  <a:cubicBezTo>
                    <a:pt x="2580513" y="987818"/>
                    <a:pt x="2589943" y="989532"/>
                    <a:pt x="2601278" y="989532"/>
                  </a:cubicBezTo>
                  <a:cubicBezTo>
                    <a:pt x="2612612" y="989532"/>
                    <a:pt x="2621756" y="987818"/>
                    <a:pt x="2621852" y="985722"/>
                  </a:cubicBezTo>
                  <a:close/>
                  <a:moveTo>
                    <a:pt x="3027712" y="1303095"/>
                  </a:moveTo>
                  <a:cubicBezTo>
                    <a:pt x="3015996" y="1301000"/>
                    <a:pt x="3006185" y="1311192"/>
                    <a:pt x="3003137" y="1307286"/>
                  </a:cubicBezTo>
                  <a:cubicBezTo>
                    <a:pt x="2993422" y="1301285"/>
                    <a:pt x="2992660" y="1315192"/>
                    <a:pt x="2978277" y="1309096"/>
                  </a:cubicBezTo>
                  <a:lnTo>
                    <a:pt x="2956179" y="1315192"/>
                  </a:lnTo>
                  <a:cubicBezTo>
                    <a:pt x="2949893" y="1308715"/>
                    <a:pt x="2943035" y="1327193"/>
                    <a:pt x="2936367" y="1321288"/>
                  </a:cubicBezTo>
                  <a:cubicBezTo>
                    <a:pt x="2929985" y="1315383"/>
                    <a:pt x="2917222" y="1320526"/>
                    <a:pt x="2910745" y="1315192"/>
                  </a:cubicBezTo>
                  <a:cubicBezTo>
                    <a:pt x="2906554" y="1311763"/>
                    <a:pt x="2891790" y="1290332"/>
                    <a:pt x="2887694" y="1287189"/>
                  </a:cubicBezTo>
                  <a:cubicBezTo>
                    <a:pt x="2884646" y="1284998"/>
                    <a:pt x="2876074" y="1277473"/>
                    <a:pt x="2873121" y="1275377"/>
                  </a:cubicBezTo>
                  <a:cubicBezTo>
                    <a:pt x="2870359" y="1273377"/>
                    <a:pt x="2866739" y="1266138"/>
                    <a:pt x="2855119" y="1260233"/>
                  </a:cubicBezTo>
                  <a:lnTo>
                    <a:pt x="2852928" y="1255851"/>
                  </a:lnTo>
                  <a:cubicBezTo>
                    <a:pt x="2860072" y="1234325"/>
                    <a:pt x="2839022" y="1240516"/>
                    <a:pt x="2831687" y="1236135"/>
                  </a:cubicBezTo>
                  <a:cubicBezTo>
                    <a:pt x="2826449" y="1233182"/>
                    <a:pt x="2826830" y="1223466"/>
                    <a:pt x="2821400" y="1220609"/>
                  </a:cubicBezTo>
                  <a:cubicBezTo>
                    <a:pt x="2812447" y="1218799"/>
                    <a:pt x="2809589" y="1210989"/>
                    <a:pt x="2809113" y="1205274"/>
                  </a:cubicBezTo>
                  <a:cubicBezTo>
                    <a:pt x="2809113" y="1205274"/>
                    <a:pt x="2810256" y="1189176"/>
                    <a:pt x="2809494" y="1180509"/>
                  </a:cubicBezTo>
                  <a:cubicBezTo>
                    <a:pt x="2808161" y="1171936"/>
                    <a:pt x="2798826" y="1171460"/>
                    <a:pt x="2795016" y="1169174"/>
                  </a:cubicBezTo>
                  <a:lnTo>
                    <a:pt x="2790730" y="1165840"/>
                  </a:lnTo>
                  <a:cubicBezTo>
                    <a:pt x="2787872" y="1163935"/>
                    <a:pt x="2786444" y="1159172"/>
                    <a:pt x="2779109" y="1157839"/>
                  </a:cubicBezTo>
                  <a:cubicBezTo>
                    <a:pt x="2778157" y="1157744"/>
                    <a:pt x="2774918" y="1143456"/>
                    <a:pt x="2775395" y="1137360"/>
                  </a:cubicBezTo>
                  <a:cubicBezTo>
                    <a:pt x="2775585" y="1134027"/>
                    <a:pt x="2775395" y="1130597"/>
                    <a:pt x="2773680" y="1127454"/>
                  </a:cubicBezTo>
                  <a:lnTo>
                    <a:pt x="2769394" y="1122406"/>
                  </a:lnTo>
                  <a:cubicBezTo>
                    <a:pt x="2766441" y="1120120"/>
                    <a:pt x="2771680" y="1117643"/>
                    <a:pt x="2767394" y="1114977"/>
                  </a:cubicBezTo>
                  <a:cubicBezTo>
                    <a:pt x="2765203" y="1113738"/>
                    <a:pt x="2767394" y="1114977"/>
                    <a:pt x="2741771" y="1091164"/>
                  </a:cubicBezTo>
                  <a:cubicBezTo>
                    <a:pt x="2737295" y="1089164"/>
                    <a:pt x="2722340" y="1046111"/>
                    <a:pt x="2717292" y="1044015"/>
                  </a:cubicBezTo>
                  <a:cubicBezTo>
                    <a:pt x="2708720" y="1040396"/>
                    <a:pt x="2704052" y="1040396"/>
                    <a:pt x="2695480" y="1040396"/>
                  </a:cubicBezTo>
                  <a:cubicBezTo>
                    <a:pt x="2686812" y="1039634"/>
                    <a:pt x="2689384" y="1048397"/>
                    <a:pt x="2682907" y="1045730"/>
                  </a:cubicBezTo>
                  <a:cubicBezTo>
                    <a:pt x="2675096" y="1042586"/>
                    <a:pt x="2661190" y="1047254"/>
                    <a:pt x="2652713" y="1044015"/>
                  </a:cubicBezTo>
                  <a:cubicBezTo>
                    <a:pt x="2647284" y="1041824"/>
                    <a:pt x="2638711" y="1040777"/>
                    <a:pt x="2633186" y="1038586"/>
                  </a:cubicBezTo>
                  <a:cubicBezTo>
                    <a:pt x="2626043" y="1035919"/>
                    <a:pt x="2623280" y="1039824"/>
                    <a:pt x="2615946" y="1036776"/>
                  </a:cubicBezTo>
                  <a:cubicBezTo>
                    <a:pt x="2611279" y="1035062"/>
                    <a:pt x="2600706" y="1027918"/>
                    <a:pt x="2596039" y="1026203"/>
                  </a:cubicBezTo>
                  <a:cubicBezTo>
                    <a:pt x="2589752" y="1023536"/>
                    <a:pt x="2578989" y="1021727"/>
                    <a:pt x="2572417" y="1019060"/>
                  </a:cubicBezTo>
                  <a:cubicBezTo>
                    <a:pt x="2566511" y="1016678"/>
                    <a:pt x="2567654" y="1026680"/>
                    <a:pt x="2561749" y="1024299"/>
                  </a:cubicBezTo>
                  <a:cubicBezTo>
                    <a:pt x="2553843" y="1021155"/>
                    <a:pt x="2556796" y="1026394"/>
                    <a:pt x="2544032" y="1031728"/>
                  </a:cubicBezTo>
                  <a:cubicBezTo>
                    <a:pt x="2544032" y="1031728"/>
                    <a:pt x="2541556" y="1032776"/>
                    <a:pt x="2542127" y="1035347"/>
                  </a:cubicBezTo>
                  <a:cubicBezTo>
                    <a:pt x="2542794" y="1043253"/>
                    <a:pt x="2542985" y="1047635"/>
                    <a:pt x="2542985" y="1047635"/>
                  </a:cubicBezTo>
                  <a:cubicBezTo>
                    <a:pt x="2540222" y="1080496"/>
                    <a:pt x="2527363" y="1044492"/>
                    <a:pt x="2512886" y="1050207"/>
                  </a:cubicBezTo>
                  <a:lnTo>
                    <a:pt x="2510980" y="1050588"/>
                  </a:lnTo>
                  <a:lnTo>
                    <a:pt x="2508695" y="1050397"/>
                  </a:lnTo>
                  <a:cubicBezTo>
                    <a:pt x="2503456" y="1048111"/>
                    <a:pt x="2501360" y="1046492"/>
                    <a:pt x="2495645" y="1044015"/>
                  </a:cubicBezTo>
                  <a:cubicBezTo>
                    <a:pt x="2492693" y="1042872"/>
                    <a:pt x="2474786" y="1034395"/>
                    <a:pt x="2471738" y="1033252"/>
                  </a:cubicBezTo>
                  <a:cubicBezTo>
                    <a:pt x="2464689" y="1030204"/>
                    <a:pt x="2465546" y="1032490"/>
                    <a:pt x="2458974" y="1029632"/>
                  </a:cubicBezTo>
                  <a:cubicBezTo>
                    <a:pt x="2454307" y="1027537"/>
                    <a:pt x="2450592" y="1029728"/>
                    <a:pt x="2446211" y="1027918"/>
                  </a:cubicBezTo>
                  <a:cubicBezTo>
                    <a:pt x="2437733" y="1024203"/>
                    <a:pt x="2443734" y="1009820"/>
                    <a:pt x="2436781" y="1006582"/>
                  </a:cubicBezTo>
                  <a:cubicBezTo>
                    <a:pt x="2432018" y="1004391"/>
                    <a:pt x="2418207" y="993533"/>
                    <a:pt x="2416302" y="992580"/>
                  </a:cubicBezTo>
                  <a:cubicBezTo>
                    <a:pt x="2410492" y="989913"/>
                    <a:pt x="2420969" y="974959"/>
                    <a:pt x="2416302" y="972863"/>
                  </a:cubicBezTo>
                  <a:cubicBezTo>
                    <a:pt x="2413349" y="971530"/>
                    <a:pt x="2412492" y="958862"/>
                    <a:pt x="2410111" y="957909"/>
                  </a:cubicBezTo>
                  <a:cubicBezTo>
                    <a:pt x="2397157" y="951909"/>
                    <a:pt x="2390870" y="961815"/>
                    <a:pt x="2386775" y="959528"/>
                  </a:cubicBezTo>
                  <a:cubicBezTo>
                    <a:pt x="2375916" y="956671"/>
                    <a:pt x="2365343" y="952290"/>
                    <a:pt x="2357247" y="957909"/>
                  </a:cubicBezTo>
                  <a:cubicBezTo>
                    <a:pt x="2341150" y="967625"/>
                    <a:pt x="2340578" y="957909"/>
                    <a:pt x="2325815" y="960100"/>
                  </a:cubicBezTo>
                  <a:cubicBezTo>
                    <a:pt x="2313623" y="961815"/>
                    <a:pt x="2312003" y="960005"/>
                    <a:pt x="2300097" y="962957"/>
                  </a:cubicBezTo>
                  <a:cubicBezTo>
                    <a:pt x="2289905" y="965529"/>
                    <a:pt x="2286286" y="962957"/>
                    <a:pt x="2276570" y="966482"/>
                  </a:cubicBezTo>
                  <a:cubicBezTo>
                    <a:pt x="2271617" y="968196"/>
                    <a:pt x="2259902" y="980198"/>
                    <a:pt x="2254949" y="982103"/>
                  </a:cubicBezTo>
                  <a:cubicBezTo>
                    <a:pt x="2246090" y="985722"/>
                    <a:pt x="2238185" y="992199"/>
                    <a:pt x="2231517" y="985627"/>
                  </a:cubicBezTo>
                  <a:cubicBezTo>
                    <a:pt x="2218563" y="972863"/>
                    <a:pt x="2214563" y="973721"/>
                    <a:pt x="2210372" y="971720"/>
                  </a:cubicBezTo>
                  <a:cubicBezTo>
                    <a:pt x="2196084" y="964958"/>
                    <a:pt x="2197989" y="977531"/>
                    <a:pt x="2182844" y="982103"/>
                  </a:cubicBezTo>
                  <a:cubicBezTo>
                    <a:pt x="2166080" y="989342"/>
                    <a:pt x="2177987" y="995152"/>
                    <a:pt x="2171033" y="1001438"/>
                  </a:cubicBezTo>
                  <a:cubicBezTo>
                    <a:pt x="2163413" y="1008296"/>
                    <a:pt x="2154174" y="1006296"/>
                    <a:pt x="2146935" y="1013821"/>
                  </a:cubicBezTo>
                  <a:cubicBezTo>
                    <a:pt x="2139887" y="1021155"/>
                    <a:pt x="2140268" y="1017440"/>
                    <a:pt x="2126456" y="1031728"/>
                  </a:cubicBezTo>
                  <a:cubicBezTo>
                    <a:pt x="2109597" y="1046873"/>
                    <a:pt x="2118932" y="1068971"/>
                    <a:pt x="2101787" y="1078401"/>
                  </a:cubicBezTo>
                  <a:cubicBezTo>
                    <a:pt x="2088737" y="1088402"/>
                    <a:pt x="2078831" y="1085068"/>
                    <a:pt x="2074831" y="1091259"/>
                  </a:cubicBezTo>
                  <a:cubicBezTo>
                    <a:pt x="2072259" y="1095165"/>
                    <a:pt x="2050637" y="1120215"/>
                    <a:pt x="2048161" y="1124216"/>
                  </a:cubicBezTo>
                  <a:cubicBezTo>
                    <a:pt x="2044065" y="1131074"/>
                    <a:pt x="2032159" y="1140885"/>
                    <a:pt x="2026158" y="1146314"/>
                  </a:cubicBezTo>
                  <a:lnTo>
                    <a:pt x="2020443" y="1149933"/>
                  </a:lnTo>
                  <a:cubicBezTo>
                    <a:pt x="1997678" y="1164507"/>
                    <a:pt x="2005679" y="1190510"/>
                    <a:pt x="2002155" y="1197749"/>
                  </a:cubicBezTo>
                  <a:cubicBezTo>
                    <a:pt x="1999107" y="1204035"/>
                    <a:pt x="2014347" y="1211084"/>
                    <a:pt x="2007870" y="1234325"/>
                  </a:cubicBezTo>
                  <a:cubicBezTo>
                    <a:pt x="2006156" y="1238421"/>
                    <a:pt x="1985201" y="1283760"/>
                    <a:pt x="1987487" y="1287189"/>
                  </a:cubicBezTo>
                  <a:cubicBezTo>
                    <a:pt x="1992344" y="1307191"/>
                    <a:pt x="2015681" y="1300619"/>
                    <a:pt x="2019014" y="1315192"/>
                  </a:cubicBezTo>
                  <a:cubicBezTo>
                    <a:pt x="2025301" y="1329860"/>
                    <a:pt x="2052257" y="1327289"/>
                    <a:pt x="2056448" y="1361674"/>
                  </a:cubicBezTo>
                  <a:cubicBezTo>
                    <a:pt x="2054733" y="1367865"/>
                    <a:pt x="2086356" y="1375962"/>
                    <a:pt x="2084832" y="1382153"/>
                  </a:cubicBezTo>
                  <a:cubicBezTo>
                    <a:pt x="2083403" y="1388058"/>
                    <a:pt x="2104454" y="1388058"/>
                    <a:pt x="2109026" y="1400727"/>
                  </a:cubicBezTo>
                  <a:cubicBezTo>
                    <a:pt x="2125599" y="1426539"/>
                    <a:pt x="2150555" y="1406918"/>
                    <a:pt x="2150269" y="1406918"/>
                  </a:cubicBezTo>
                  <a:cubicBezTo>
                    <a:pt x="2155698" y="1407204"/>
                    <a:pt x="2159889" y="1407870"/>
                    <a:pt x="2163509" y="1405489"/>
                  </a:cubicBezTo>
                  <a:cubicBezTo>
                    <a:pt x="2168176" y="1401298"/>
                    <a:pt x="2170843" y="1395012"/>
                    <a:pt x="2176177" y="1396535"/>
                  </a:cubicBezTo>
                  <a:cubicBezTo>
                    <a:pt x="2184368" y="1399298"/>
                    <a:pt x="2195608" y="1392059"/>
                    <a:pt x="2201323" y="1400631"/>
                  </a:cubicBezTo>
                  <a:cubicBezTo>
                    <a:pt x="2213705" y="1418729"/>
                    <a:pt x="2212658" y="1403203"/>
                    <a:pt x="2222183" y="1406822"/>
                  </a:cubicBezTo>
                  <a:cubicBezTo>
                    <a:pt x="2230660" y="1408442"/>
                    <a:pt x="2237137" y="1390535"/>
                    <a:pt x="2243423" y="1392154"/>
                  </a:cubicBezTo>
                  <a:cubicBezTo>
                    <a:pt x="2248757" y="1394916"/>
                    <a:pt x="2249615" y="1382724"/>
                    <a:pt x="2255139" y="1388154"/>
                  </a:cubicBezTo>
                  <a:cubicBezTo>
                    <a:pt x="2262854" y="1392440"/>
                    <a:pt x="2282762" y="1386153"/>
                    <a:pt x="2282762" y="1386153"/>
                  </a:cubicBezTo>
                  <a:cubicBezTo>
                    <a:pt x="2287524" y="1385868"/>
                    <a:pt x="2307717" y="1371199"/>
                    <a:pt x="2317337" y="1390154"/>
                  </a:cubicBezTo>
                  <a:cubicBezTo>
                    <a:pt x="2320290" y="1396726"/>
                    <a:pt x="2328672" y="1403870"/>
                    <a:pt x="2333244" y="1408823"/>
                  </a:cubicBezTo>
                  <a:cubicBezTo>
                    <a:pt x="2346865" y="1419300"/>
                    <a:pt x="2356771" y="1412252"/>
                    <a:pt x="2365534" y="1415014"/>
                  </a:cubicBezTo>
                  <a:cubicBezTo>
                    <a:pt x="2383155" y="1419110"/>
                    <a:pt x="2386965" y="1435397"/>
                    <a:pt x="2388394" y="1440255"/>
                  </a:cubicBezTo>
                  <a:cubicBezTo>
                    <a:pt x="2391251" y="1450256"/>
                    <a:pt x="2391442" y="1458543"/>
                    <a:pt x="2375345" y="1469211"/>
                  </a:cubicBezTo>
                  <a:lnTo>
                    <a:pt x="2374011" y="1474164"/>
                  </a:lnTo>
                  <a:cubicBezTo>
                    <a:pt x="2373630" y="1501882"/>
                    <a:pt x="2397252" y="1504359"/>
                    <a:pt x="2404301" y="1512645"/>
                  </a:cubicBezTo>
                  <a:cubicBezTo>
                    <a:pt x="2418779" y="1527885"/>
                    <a:pt x="2426303" y="1546650"/>
                    <a:pt x="2432590" y="1558556"/>
                  </a:cubicBezTo>
                  <a:cubicBezTo>
                    <a:pt x="2435733" y="1564461"/>
                    <a:pt x="2438495" y="1576272"/>
                    <a:pt x="2441924" y="1587131"/>
                  </a:cubicBezTo>
                  <a:cubicBezTo>
                    <a:pt x="2444877" y="1596942"/>
                    <a:pt x="2439162" y="1606847"/>
                    <a:pt x="2442210" y="1612086"/>
                  </a:cubicBezTo>
                  <a:cubicBezTo>
                    <a:pt x="2447544" y="1620849"/>
                    <a:pt x="2453164" y="1626183"/>
                    <a:pt x="2459069" y="1634660"/>
                  </a:cubicBezTo>
                  <a:cubicBezTo>
                    <a:pt x="2464499" y="1642566"/>
                    <a:pt x="2454688" y="1645614"/>
                    <a:pt x="2447163" y="1652758"/>
                  </a:cubicBezTo>
                  <a:cubicBezTo>
                    <a:pt x="2433257" y="1669713"/>
                    <a:pt x="2429542" y="1686667"/>
                    <a:pt x="2430113" y="1696478"/>
                  </a:cubicBezTo>
                  <a:cubicBezTo>
                    <a:pt x="2428875" y="1709622"/>
                    <a:pt x="2413540" y="1734006"/>
                    <a:pt x="2427351" y="1740864"/>
                  </a:cubicBezTo>
                  <a:cubicBezTo>
                    <a:pt x="2454688" y="1752771"/>
                    <a:pt x="2444687" y="1772202"/>
                    <a:pt x="2449735" y="1776583"/>
                  </a:cubicBezTo>
                  <a:cubicBezTo>
                    <a:pt x="2458879" y="1784679"/>
                    <a:pt x="2437448" y="1791061"/>
                    <a:pt x="2467356" y="1812683"/>
                  </a:cubicBezTo>
                  <a:cubicBezTo>
                    <a:pt x="2477167" y="1820017"/>
                    <a:pt x="2451926" y="1842020"/>
                    <a:pt x="2477548" y="1861641"/>
                  </a:cubicBezTo>
                  <a:cubicBezTo>
                    <a:pt x="2489073" y="1870976"/>
                    <a:pt x="2480310" y="1885263"/>
                    <a:pt x="2490788" y="1894598"/>
                  </a:cubicBezTo>
                  <a:cubicBezTo>
                    <a:pt x="2498217" y="1899646"/>
                    <a:pt x="2499836" y="1917077"/>
                    <a:pt x="2503742" y="1918887"/>
                  </a:cubicBezTo>
                  <a:cubicBezTo>
                    <a:pt x="2516124" y="1924887"/>
                    <a:pt x="2498598" y="1937175"/>
                    <a:pt x="2511647" y="1941556"/>
                  </a:cubicBezTo>
                  <a:cubicBezTo>
                    <a:pt x="2521363" y="1945080"/>
                    <a:pt x="2496312" y="1951748"/>
                    <a:pt x="2527554" y="1977370"/>
                  </a:cubicBezTo>
                  <a:cubicBezTo>
                    <a:pt x="2548414" y="1987562"/>
                    <a:pt x="2536888" y="1994325"/>
                    <a:pt x="2533269" y="2005755"/>
                  </a:cubicBezTo>
                  <a:cubicBezTo>
                    <a:pt x="2530983" y="2017947"/>
                    <a:pt x="2542413" y="2029567"/>
                    <a:pt x="2552224" y="2030615"/>
                  </a:cubicBezTo>
                  <a:cubicBezTo>
                    <a:pt x="2563178" y="2031758"/>
                    <a:pt x="2560225" y="2055570"/>
                    <a:pt x="2573179" y="2055570"/>
                  </a:cubicBezTo>
                  <a:cubicBezTo>
                    <a:pt x="2583847" y="2055570"/>
                    <a:pt x="2588705" y="2048522"/>
                    <a:pt x="2599373" y="2047474"/>
                  </a:cubicBezTo>
                  <a:cubicBezTo>
                    <a:pt x="2614898" y="2045950"/>
                    <a:pt x="2613088" y="2020804"/>
                    <a:pt x="2632615" y="2034330"/>
                  </a:cubicBezTo>
                  <a:cubicBezTo>
                    <a:pt x="2648998" y="2048427"/>
                    <a:pt x="2655284" y="2044521"/>
                    <a:pt x="2671858" y="2037092"/>
                  </a:cubicBezTo>
                  <a:cubicBezTo>
                    <a:pt x="2679478" y="2034615"/>
                    <a:pt x="2687384" y="2029567"/>
                    <a:pt x="2694813" y="2026519"/>
                  </a:cubicBezTo>
                  <a:cubicBezTo>
                    <a:pt x="2704052" y="2022804"/>
                    <a:pt x="2705672" y="2013565"/>
                    <a:pt x="2717006" y="2002992"/>
                  </a:cubicBezTo>
                  <a:cubicBezTo>
                    <a:pt x="2718721" y="2000421"/>
                    <a:pt x="2725769" y="1995182"/>
                    <a:pt x="2741676" y="1982323"/>
                  </a:cubicBezTo>
                  <a:cubicBezTo>
                    <a:pt x="2749487" y="1973655"/>
                    <a:pt x="2756916" y="1965940"/>
                    <a:pt x="2758821" y="1964511"/>
                  </a:cubicBezTo>
                  <a:cubicBezTo>
                    <a:pt x="2764155" y="1960320"/>
                    <a:pt x="2767965" y="1953462"/>
                    <a:pt x="2765203" y="1941461"/>
                  </a:cubicBezTo>
                  <a:cubicBezTo>
                    <a:pt x="2765203" y="1941461"/>
                    <a:pt x="2763488" y="1934984"/>
                    <a:pt x="2767203" y="1931460"/>
                  </a:cubicBezTo>
                  <a:cubicBezTo>
                    <a:pt x="2774156" y="1924506"/>
                    <a:pt x="2782538" y="1928888"/>
                    <a:pt x="2783491" y="1906123"/>
                  </a:cubicBezTo>
                  <a:cubicBezTo>
                    <a:pt x="2787205" y="1888788"/>
                    <a:pt x="2774728" y="1878310"/>
                    <a:pt x="2783681" y="1866309"/>
                  </a:cubicBezTo>
                  <a:cubicBezTo>
                    <a:pt x="2787587" y="1860689"/>
                    <a:pt x="2809304" y="1862689"/>
                    <a:pt x="2813209" y="1856498"/>
                  </a:cubicBezTo>
                  <a:cubicBezTo>
                    <a:pt x="2831973" y="1836876"/>
                    <a:pt x="2829211" y="1832018"/>
                    <a:pt x="2825782" y="1819922"/>
                  </a:cubicBezTo>
                  <a:cubicBezTo>
                    <a:pt x="2820162" y="1810302"/>
                    <a:pt x="2815209" y="1776488"/>
                    <a:pt x="2817495" y="1771821"/>
                  </a:cubicBezTo>
                  <a:cubicBezTo>
                    <a:pt x="2825020" y="1754866"/>
                    <a:pt x="2826449" y="1768296"/>
                    <a:pt x="2831211" y="1757438"/>
                  </a:cubicBezTo>
                  <a:cubicBezTo>
                    <a:pt x="2833116" y="1748103"/>
                    <a:pt x="2850261" y="1753247"/>
                    <a:pt x="2844927" y="1742198"/>
                  </a:cubicBezTo>
                  <a:cubicBezTo>
                    <a:pt x="2839212" y="1722576"/>
                    <a:pt x="2881313" y="1733911"/>
                    <a:pt x="2880360" y="1722005"/>
                  </a:cubicBezTo>
                  <a:cubicBezTo>
                    <a:pt x="2879979" y="1722195"/>
                    <a:pt x="2884361" y="1719243"/>
                    <a:pt x="2886837" y="1715433"/>
                  </a:cubicBezTo>
                  <a:cubicBezTo>
                    <a:pt x="2887599" y="1711527"/>
                    <a:pt x="2895410" y="1709718"/>
                    <a:pt x="2896267" y="1705717"/>
                  </a:cubicBezTo>
                  <a:cubicBezTo>
                    <a:pt x="2897696" y="1699145"/>
                    <a:pt x="2895124" y="1684572"/>
                    <a:pt x="2896267" y="1677999"/>
                  </a:cubicBezTo>
                  <a:cubicBezTo>
                    <a:pt x="2897219" y="1673332"/>
                    <a:pt x="2885599" y="1666569"/>
                    <a:pt x="2893695" y="1648186"/>
                  </a:cubicBezTo>
                  <a:cubicBezTo>
                    <a:pt x="2894743" y="1642566"/>
                    <a:pt x="2909411" y="1634184"/>
                    <a:pt x="2913888" y="1627802"/>
                  </a:cubicBezTo>
                  <a:cubicBezTo>
                    <a:pt x="2921699" y="1621135"/>
                    <a:pt x="2892267" y="1614563"/>
                    <a:pt x="2885980" y="1611991"/>
                  </a:cubicBezTo>
                  <a:cubicBezTo>
                    <a:pt x="2868168" y="1602942"/>
                    <a:pt x="2865025" y="1587321"/>
                    <a:pt x="2865787" y="1573891"/>
                  </a:cubicBezTo>
                  <a:cubicBezTo>
                    <a:pt x="2866073" y="1569414"/>
                    <a:pt x="2868454" y="1554174"/>
                    <a:pt x="2868740" y="1549793"/>
                  </a:cubicBezTo>
                  <a:cubicBezTo>
                    <a:pt x="2868930" y="1544649"/>
                    <a:pt x="2864930" y="1532362"/>
                    <a:pt x="2866930" y="1527790"/>
                  </a:cubicBezTo>
                  <a:cubicBezTo>
                    <a:pt x="2878169" y="1501882"/>
                    <a:pt x="2879979" y="1518360"/>
                    <a:pt x="2879598" y="1510455"/>
                  </a:cubicBezTo>
                  <a:cubicBezTo>
                    <a:pt x="2879503" y="1504739"/>
                    <a:pt x="2887790" y="1503216"/>
                    <a:pt x="2899601" y="1495405"/>
                  </a:cubicBezTo>
                  <a:cubicBezTo>
                    <a:pt x="2903506" y="1492833"/>
                    <a:pt x="2903887" y="1482070"/>
                    <a:pt x="2909792" y="1478260"/>
                  </a:cubicBezTo>
                  <a:cubicBezTo>
                    <a:pt x="2915698" y="1474260"/>
                    <a:pt x="2921127" y="1472164"/>
                    <a:pt x="2920555" y="1467687"/>
                  </a:cubicBezTo>
                  <a:cubicBezTo>
                    <a:pt x="2919032" y="1454638"/>
                    <a:pt x="2923318" y="1459496"/>
                    <a:pt x="2934653" y="1445494"/>
                  </a:cubicBezTo>
                  <a:cubicBezTo>
                    <a:pt x="2943701" y="1434255"/>
                    <a:pt x="2941796" y="1443113"/>
                    <a:pt x="2954846" y="1435969"/>
                  </a:cubicBezTo>
                  <a:cubicBezTo>
                    <a:pt x="2966276" y="1429683"/>
                    <a:pt x="2961037" y="1429492"/>
                    <a:pt x="2963228" y="1427492"/>
                  </a:cubicBezTo>
                  <a:cubicBezTo>
                    <a:pt x="2975229" y="1416347"/>
                    <a:pt x="2986850" y="1413966"/>
                    <a:pt x="2984183" y="1406632"/>
                  </a:cubicBezTo>
                  <a:cubicBezTo>
                    <a:pt x="2983516" y="1400441"/>
                    <a:pt x="2985421" y="1393106"/>
                    <a:pt x="2997422" y="1379867"/>
                  </a:cubicBezTo>
                  <a:cubicBezTo>
                    <a:pt x="3007043" y="1369199"/>
                    <a:pt x="3006376" y="1376628"/>
                    <a:pt x="3011710" y="1363389"/>
                  </a:cubicBezTo>
                  <a:cubicBezTo>
                    <a:pt x="3015425" y="1354626"/>
                    <a:pt x="3026188" y="1349672"/>
                    <a:pt x="3020568" y="1341005"/>
                  </a:cubicBezTo>
                  <a:cubicBezTo>
                    <a:pt x="3017330" y="1335956"/>
                    <a:pt x="3023521" y="1332623"/>
                    <a:pt x="3027998" y="1327003"/>
                  </a:cubicBezTo>
                  <a:cubicBezTo>
                    <a:pt x="3036189" y="1316430"/>
                    <a:pt x="3043142" y="1303572"/>
                    <a:pt x="3027617" y="1302810"/>
                  </a:cubicBezTo>
                  <a:close/>
                  <a:moveTo>
                    <a:pt x="3037142" y="1633613"/>
                  </a:moveTo>
                  <a:cubicBezTo>
                    <a:pt x="3030569" y="1624564"/>
                    <a:pt x="3017330" y="1611134"/>
                    <a:pt x="3010662" y="1611134"/>
                  </a:cubicBezTo>
                  <a:cubicBezTo>
                    <a:pt x="3003328" y="1611134"/>
                    <a:pt x="2993041" y="1641328"/>
                    <a:pt x="2988278" y="1651806"/>
                  </a:cubicBezTo>
                  <a:cubicBezTo>
                    <a:pt x="2985230" y="1658092"/>
                    <a:pt x="2973324" y="1680381"/>
                    <a:pt x="2971419" y="1689906"/>
                  </a:cubicBezTo>
                  <a:cubicBezTo>
                    <a:pt x="2968562" y="1704193"/>
                    <a:pt x="2949607" y="1671618"/>
                    <a:pt x="2949512" y="1690953"/>
                  </a:cubicBezTo>
                  <a:cubicBezTo>
                    <a:pt x="2949512" y="1696002"/>
                    <a:pt x="2927128" y="1697144"/>
                    <a:pt x="2927223" y="1702479"/>
                  </a:cubicBezTo>
                  <a:cubicBezTo>
                    <a:pt x="2927604" y="1710194"/>
                    <a:pt x="2925413" y="1721433"/>
                    <a:pt x="2926175" y="1729339"/>
                  </a:cubicBezTo>
                  <a:cubicBezTo>
                    <a:pt x="2927509" y="1743817"/>
                    <a:pt x="2938082" y="1755342"/>
                    <a:pt x="2940653" y="1768201"/>
                  </a:cubicBezTo>
                  <a:cubicBezTo>
                    <a:pt x="2941511" y="1772011"/>
                    <a:pt x="2922175" y="1788870"/>
                    <a:pt x="2922937" y="1792394"/>
                  </a:cubicBezTo>
                  <a:cubicBezTo>
                    <a:pt x="2926271" y="1806872"/>
                    <a:pt x="2927795" y="1828018"/>
                    <a:pt x="2932176" y="1839639"/>
                  </a:cubicBezTo>
                  <a:cubicBezTo>
                    <a:pt x="2942463" y="1867071"/>
                    <a:pt x="2934272" y="1875548"/>
                    <a:pt x="2946845" y="1875548"/>
                  </a:cubicBezTo>
                  <a:cubicBezTo>
                    <a:pt x="2955703" y="1875548"/>
                    <a:pt x="2972276" y="1881644"/>
                    <a:pt x="2977705" y="1866785"/>
                  </a:cubicBezTo>
                  <a:cubicBezTo>
                    <a:pt x="2979230" y="1862403"/>
                    <a:pt x="2995994" y="1852402"/>
                    <a:pt x="2997137" y="1846973"/>
                  </a:cubicBezTo>
                  <a:cubicBezTo>
                    <a:pt x="2999804" y="1835352"/>
                    <a:pt x="3009995" y="1834305"/>
                    <a:pt x="3010567" y="1818969"/>
                  </a:cubicBezTo>
                  <a:cubicBezTo>
                    <a:pt x="3011234" y="1802110"/>
                    <a:pt x="3016853" y="1796490"/>
                    <a:pt x="3014758" y="1776773"/>
                  </a:cubicBezTo>
                  <a:lnTo>
                    <a:pt x="3015520" y="1748198"/>
                  </a:lnTo>
                  <a:cubicBezTo>
                    <a:pt x="3014663" y="1739912"/>
                    <a:pt x="3022568" y="1729148"/>
                    <a:pt x="3021140" y="1721147"/>
                  </a:cubicBezTo>
                  <a:cubicBezTo>
                    <a:pt x="3020473" y="1717242"/>
                    <a:pt x="3036380" y="1710956"/>
                    <a:pt x="3035618" y="1707146"/>
                  </a:cubicBezTo>
                  <a:cubicBezTo>
                    <a:pt x="3034189" y="1699431"/>
                    <a:pt x="3032379" y="1692001"/>
                    <a:pt x="3030569" y="1685238"/>
                  </a:cubicBezTo>
                  <a:cubicBezTo>
                    <a:pt x="3026474" y="1670093"/>
                    <a:pt x="3040666" y="1683524"/>
                    <a:pt x="3035427" y="1672665"/>
                  </a:cubicBezTo>
                  <a:cubicBezTo>
                    <a:pt x="3031331" y="1668951"/>
                    <a:pt x="3034570" y="1648853"/>
                    <a:pt x="3033713" y="1647329"/>
                  </a:cubicBezTo>
                  <a:cubicBezTo>
                    <a:pt x="3031331" y="1642185"/>
                    <a:pt x="3039809" y="1637327"/>
                    <a:pt x="3037046" y="1633613"/>
                  </a:cubicBezTo>
                  <a:close/>
                  <a:moveTo>
                    <a:pt x="2065020" y="500995"/>
                  </a:moveTo>
                  <a:cubicBezTo>
                    <a:pt x="2069497" y="500328"/>
                    <a:pt x="2070830" y="497852"/>
                    <a:pt x="2074831" y="496899"/>
                  </a:cubicBezTo>
                  <a:cubicBezTo>
                    <a:pt x="2085403" y="494137"/>
                    <a:pt x="2083308" y="500995"/>
                    <a:pt x="2088452" y="496518"/>
                  </a:cubicBezTo>
                  <a:lnTo>
                    <a:pt x="2091976" y="492422"/>
                  </a:lnTo>
                  <a:lnTo>
                    <a:pt x="2093786" y="487184"/>
                  </a:lnTo>
                  <a:lnTo>
                    <a:pt x="2099882" y="471944"/>
                  </a:lnTo>
                  <a:cubicBezTo>
                    <a:pt x="2098548" y="468800"/>
                    <a:pt x="2092071" y="457942"/>
                    <a:pt x="2088071" y="455370"/>
                  </a:cubicBezTo>
                  <a:lnTo>
                    <a:pt x="2077307" y="448512"/>
                  </a:lnTo>
                  <a:cubicBezTo>
                    <a:pt x="2073402" y="446607"/>
                    <a:pt x="2070640" y="456894"/>
                    <a:pt x="2065401" y="455370"/>
                  </a:cubicBezTo>
                  <a:cubicBezTo>
                    <a:pt x="2061591" y="454418"/>
                    <a:pt x="2050447" y="460133"/>
                    <a:pt x="2046256" y="459561"/>
                  </a:cubicBezTo>
                  <a:cubicBezTo>
                    <a:pt x="2046256" y="459561"/>
                    <a:pt x="2041303" y="455370"/>
                    <a:pt x="2033397" y="455370"/>
                  </a:cubicBezTo>
                  <a:cubicBezTo>
                    <a:pt x="2023396" y="455370"/>
                    <a:pt x="2026539" y="456513"/>
                    <a:pt x="2018062" y="458132"/>
                  </a:cubicBezTo>
                  <a:cubicBezTo>
                    <a:pt x="2014252" y="458894"/>
                    <a:pt x="2004917" y="451751"/>
                    <a:pt x="2001584" y="452703"/>
                  </a:cubicBezTo>
                  <a:cubicBezTo>
                    <a:pt x="1998917" y="453465"/>
                    <a:pt x="1997012" y="443083"/>
                    <a:pt x="1991106" y="445750"/>
                  </a:cubicBezTo>
                  <a:cubicBezTo>
                    <a:pt x="1987582" y="446512"/>
                    <a:pt x="1983486" y="454227"/>
                    <a:pt x="1982629" y="455275"/>
                  </a:cubicBezTo>
                  <a:lnTo>
                    <a:pt x="1972532" y="460799"/>
                  </a:lnTo>
                  <a:cubicBezTo>
                    <a:pt x="1971199" y="462133"/>
                    <a:pt x="1960721" y="471753"/>
                    <a:pt x="1980343" y="472515"/>
                  </a:cubicBezTo>
                  <a:cubicBezTo>
                    <a:pt x="1983296" y="472515"/>
                    <a:pt x="1983867" y="473563"/>
                    <a:pt x="1985486" y="475563"/>
                  </a:cubicBezTo>
                  <a:cubicBezTo>
                    <a:pt x="1985105" y="477754"/>
                    <a:pt x="1990153" y="474611"/>
                    <a:pt x="1991201" y="478802"/>
                  </a:cubicBezTo>
                  <a:cubicBezTo>
                    <a:pt x="1991297" y="482326"/>
                    <a:pt x="1968151" y="480516"/>
                    <a:pt x="1966817" y="487088"/>
                  </a:cubicBezTo>
                  <a:cubicBezTo>
                    <a:pt x="1966627" y="488803"/>
                    <a:pt x="1966532" y="489755"/>
                    <a:pt x="1970532" y="490898"/>
                  </a:cubicBezTo>
                  <a:cubicBezTo>
                    <a:pt x="1974152" y="492041"/>
                    <a:pt x="1981962" y="487755"/>
                    <a:pt x="1986439" y="489851"/>
                  </a:cubicBezTo>
                  <a:cubicBezTo>
                    <a:pt x="1987963" y="490517"/>
                    <a:pt x="1984820" y="496042"/>
                    <a:pt x="1987391" y="498233"/>
                  </a:cubicBezTo>
                  <a:cubicBezTo>
                    <a:pt x="1990820" y="501947"/>
                    <a:pt x="1978628" y="512901"/>
                    <a:pt x="1981962" y="513758"/>
                  </a:cubicBezTo>
                  <a:cubicBezTo>
                    <a:pt x="1983486" y="516044"/>
                    <a:pt x="1996631" y="510996"/>
                    <a:pt x="2000250" y="509758"/>
                  </a:cubicBezTo>
                  <a:cubicBezTo>
                    <a:pt x="2003489" y="508615"/>
                    <a:pt x="2010156" y="504519"/>
                    <a:pt x="2009775" y="511187"/>
                  </a:cubicBezTo>
                  <a:cubicBezTo>
                    <a:pt x="2008823" y="520712"/>
                    <a:pt x="2019776" y="516330"/>
                    <a:pt x="2023682" y="516521"/>
                  </a:cubicBezTo>
                  <a:cubicBezTo>
                    <a:pt x="2025968" y="516711"/>
                    <a:pt x="2032826" y="518045"/>
                    <a:pt x="2035016" y="518045"/>
                  </a:cubicBezTo>
                  <a:cubicBezTo>
                    <a:pt x="2045208" y="518045"/>
                    <a:pt x="2055781" y="510710"/>
                    <a:pt x="2060639" y="509472"/>
                  </a:cubicBezTo>
                  <a:cubicBezTo>
                    <a:pt x="2063115" y="509186"/>
                    <a:pt x="2062829" y="501281"/>
                    <a:pt x="2065211" y="500900"/>
                  </a:cubicBezTo>
                  <a:close/>
                  <a:moveTo>
                    <a:pt x="3463767" y="1322812"/>
                  </a:moveTo>
                  <a:cubicBezTo>
                    <a:pt x="3454242" y="1322812"/>
                    <a:pt x="3439668" y="1337957"/>
                    <a:pt x="3449860" y="1352339"/>
                  </a:cubicBezTo>
                  <a:cubicBezTo>
                    <a:pt x="3459385" y="1365865"/>
                    <a:pt x="3457385" y="1374628"/>
                    <a:pt x="3466910" y="1374628"/>
                  </a:cubicBezTo>
                  <a:cubicBezTo>
                    <a:pt x="3476435" y="1374628"/>
                    <a:pt x="3478244" y="1361484"/>
                    <a:pt x="3475673" y="1348815"/>
                  </a:cubicBezTo>
                  <a:cubicBezTo>
                    <a:pt x="3473101" y="1336338"/>
                    <a:pt x="3473292" y="1322812"/>
                    <a:pt x="3463767" y="1322812"/>
                  </a:cubicBezTo>
                  <a:close/>
                  <a:moveTo>
                    <a:pt x="4006025" y="1156982"/>
                  </a:moveTo>
                  <a:cubicBezTo>
                    <a:pt x="4011835" y="1156982"/>
                    <a:pt x="4016693" y="1150505"/>
                    <a:pt x="4011644" y="1135360"/>
                  </a:cubicBezTo>
                  <a:cubicBezTo>
                    <a:pt x="4006692" y="1120215"/>
                    <a:pt x="3998500" y="1110405"/>
                    <a:pt x="3992690" y="1110405"/>
                  </a:cubicBezTo>
                  <a:cubicBezTo>
                    <a:pt x="3986879" y="1110405"/>
                    <a:pt x="3973640" y="1129550"/>
                    <a:pt x="3978497" y="1144695"/>
                  </a:cubicBezTo>
                  <a:cubicBezTo>
                    <a:pt x="3983355" y="1160030"/>
                    <a:pt x="4000310" y="1156982"/>
                    <a:pt x="4006025" y="1156982"/>
                  </a:cubicBezTo>
                  <a:close/>
                  <a:moveTo>
                    <a:pt x="4058698" y="1594179"/>
                  </a:moveTo>
                  <a:cubicBezTo>
                    <a:pt x="4062317" y="1595798"/>
                    <a:pt x="4072128" y="1601799"/>
                    <a:pt x="4075748" y="1603133"/>
                  </a:cubicBezTo>
                  <a:cubicBezTo>
                    <a:pt x="4079938" y="1604562"/>
                    <a:pt x="4092130" y="1606276"/>
                    <a:pt x="4104227" y="1607895"/>
                  </a:cubicBezTo>
                  <a:cubicBezTo>
                    <a:pt x="4115657" y="1609419"/>
                    <a:pt x="4144423" y="1604562"/>
                    <a:pt x="4147852" y="1605514"/>
                  </a:cubicBezTo>
                  <a:cubicBezTo>
                    <a:pt x="4160615" y="1609705"/>
                    <a:pt x="4166902" y="1585893"/>
                    <a:pt x="4176427" y="1587417"/>
                  </a:cubicBezTo>
                  <a:cubicBezTo>
                    <a:pt x="4187095" y="1589036"/>
                    <a:pt x="4176713" y="1605038"/>
                    <a:pt x="4183952" y="1610753"/>
                  </a:cubicBezTo>
                  <a:cubicBezTo>
                    <a:pt x="4191191" y="1616182"/>
                    <a:pt x="4220909" y="1626088"/>
                    <a:pt x="4222528" y="1623326"/>
                  </a:cubicBezTo>
                  <a:cubicBezTo>
                    <a:pt x="4224052" y="1620278"/>
                    <a:pt x="4220718" y="1606657"/>
                    <a:pt x="4242435" y="1599609"/>
                  </a:cubicBezTo>
                  <a:cubicBezTo>
                    <a:pt x="4248436" y="1597989"/>
                    <a:pt x="4261676" y="1582559"/>
                    <a:pt x="4267486" y="1580559"/>
                  </a:cubicBezTo>
                  <a:cubicBezTo>
                    <a:pt x="4288346" y="1573224"/>
                    <a:pt x="4309205" y="1570748"/>
                    <a:pt x="4303776" y="1564176"/>
                  </a:cubicBezTo>
                  <a:cubicBezTo>
                    <a:pt x="4302252" y="1562461"/>
                    <a:pt x="4294728" y="1561794"/>
                    <a:pt x="4285869" y="1561413"/>
                  </a:cubicBezTo>
                  <a:cubicBezTo>
                    <a:pt x="4271868" y="1560937"/>
                    <a:pt x="4254722" y="1560937"/>
                    <a:pt x="4251389" y="1557603"/>
                  </a:cubicBezTo>
                  <a:cubicBezTo>
                    <a:pt x="4249960" y="1555984"/>
                    <a:pt x="4228814" y="1553698"/>
                    <a:pt x="4204526" y="1556365"/>
                  </a:cubicBezTo>
                  <a:cubicBezTo>
                    <a:pt x="4193762" y="1557603"/>
                    <a:pt x="4182142" y="1563699"/>
                    <a:pt x="4171855" y="1564747"/>
                  </a:cubicBezTo>
                  <a:cubicBezTo>
                    <a:pt x="4150138" y="1567319"/>
                    <a:pt x="4149567" y="1566271"/>
                    <a:pt x="4138994" y="1563794"/>
                  </a:cubicBezTo>
                  <a:cubicBezTo>
                    <a:pt x="4129469" y="1559889"/>
                    <a:pt x="4104037" y="1574843"/>
                    <a:pt x="4093083" y="1569700"/>
                  </a:cubicBezTo>
                  <a:cubicBezTo>
                    <a:pt x="4086225" y="1567605"/>
                    <a:pt x="4094036" y="1589036"/>
                    <a:pt x="4081177" y="1585512"/>
                  </a:cubicBezTo>
                  <a:cubicBezTo>
                    <a:pt x="4074033" y="1583988"/>
                    <a:pt x="4059841" y="1581511"/>
                    <a:pt x="4054412" y="1577130"/>
                  </a:cubicBezTo>
                  <a:cubicBezTo>
                    <a:pt x="4048697" y="1572748"/>
                    <a:pt x="4049173" y="1568081"/>
                    <a:pt x="4042886" y="1563414"/>
                  </a:cubicBezTo>
                  <a:cubicBezTo>
                    <a:pt x="4039457" y="1560842"/>
                    <a:pt x="4035838" y="1558175"/>
                    <a:pt x="4032218" y="1555508"/>
                  </a:cubicBezTo>
                  <a:cubicBezTo>
                    <a:pt x="4028599" y="1553031"/>
                    <a:pt x="4019931" y="1562556"/>
                    <a:pt x="4016026" y="1559794"/>
                  </a:cubicBezTo>
                  <a:cubicBezTo>
                    <a:pt x="4008501" y="1554365"/>
                    <a:pt x="3994499" y="1554174"/>
                    <a:pt x="3986498" y="1548935"/>
                  </a:cubicBezTo>
                  <a:cubicBezTo>
                    <a:pt x="3979450" y="1544078"/>
                    <a:pt x="3970877" y="1540363"/>
                    <a:pt x="3960876" y="1538934"/>
                  </a:cubicBezTo>
                  <a:cubicBezTo>
                    <a:pt x="3957161" y="1537791"/>
                    <a:pt x="3947160" y="1546364"/>
                    <a:pt x="3941159" y="1545792"/>
                  </a:cubicBezTo>
                  <a:cubicBezTo>
                    <a:pt x="3935825" y="1544935"/>
                    <a:pt x="3921824" y="1541792"/>
                    <a:pt x="3909917" y="1536077"/>
                  </a:cubicBezTo>
                  <a:cubicBezTo>
                    <a:pt x="3899630" y="1531314"/>
                    <a:pt x="3899916" y="1529505"/>
                    <a:pt x="3898202" y="1526266"/>
                  </a:cubicBezTo>
                  <a:cubicBezTo>
                    <a:pt x="3896011" y="1522647"/>
                    <a:pt x="3897249" y="1521027"/>
                    <a:pt x="3908584" y="1518075"/>
                  </a:cubicBezTo>
                  <a:cubicBezTo>
                    <a:pt x="3918871" y="1515503"/>
                    <a:pt x="3926300" y="1519218"/>
                    <a:pt x="3926872" y="1511788"/>
                  </a:cubicBezTo>
                  <a:cubicBezTo>
                    <a:pt x="3926300" y="1506073"/>
                    <a:pt x="3919728" y="1504168"/>
                    <a:pt x="3914394" y="1501120"/>
                  </a:cubicBezTo>
                  <a:lnTo>
                    <a:pt x="3900107" y="1488166"/>
                  </a:lnTo>
                  <a:cubicBezTo>
                    <a:pt x="3894392" y="1484927"/>
                    <a:pt x="3888867" y="1490357"/>
                    <a:pt x="3883438" y="1487214"/>
                  </a:cubicBezTo>
                  <a:cubicBezTo>
                    <a:pt x="3878199" y="1484070"/>
                    <a:pt x="3871436" y="1483594"/>
                    <a:pt x="3866293" y="1480737"/>
                  </a:cubicBezTo>
                  <a:cubicBezTo>
                    <a:pt x="3863150" y="1478927"/>
                    <a:pt x="3862673" y="1474831"/>
                    <a:pt x="3859530" y="1473307"/>
                  </a:cubicBezTo>
                  <a:cubicBezTo>
                    <a:pt x="3853244" y="1469688"/>
                    <a:pt x="3871913" y="1463496"/>
                    <a:pt x="3865531" y="1460258"/>
                  </a:cubicBezTo>
                  <a:cubicBezTo>
                    <a:pt x="3860863" y="1457781"/>
                    <a:pt x="3858101" y="1450352"/>
                    <a:pt x="3849529" y="1454162"/>
                  </a:cubicBezTo>
                  <a:cubicBezTo>
                    <a:pt x="3842385" y="1455972"/>
                    <a:pt x="3840004" y="1457972"/>
                    <a:pt x="3838766" y="1457305"/>
                  </a:cubicBezTo>
                  <a:cubicBezTo>
                    <a:pt x="3832765" y="1454162"/>
                    <a:pt x="3834098" y="1451781"/>
                    <a:pt x="3828193" y="1448733"/>
                  </a:cubicBezTo>
                  <a:cubicBezTo>
                    <a:pt x="3825430" y="1447399"/>
                    <a:pt x="3824859" y="1452257"/>
                    <a:pt x="3821811" y="1450828"/>
                  </a:cubicBezTo>
                  <a:cubicBezTo>
                    <a:pt x="3817715" y="1448923"/>
                    <a:pt x="3814001" y="1443303"/>
                    <a:pt x="3810000" y="1441398"/>
                  </a:cubicBezTo>
                  <a:cubicBezTo>
                    <a:pt x="3803713" y="1438541"/>
                    <a:pt x="3803237" y="1439779"/>
                    <a:pt x="3797237" y="1437112"/>
                  </a:cubicBezTo>
                  <a:lnTo>
                    <a:pt x="3790474" y="1438255"/>
                  </a:lnTo>
                  <a:cubicBezTo>
                    <a:pt x="3786854" y="1436636"/>
                    <a:pt x="3780949" y="1422158"/>
                    <a:pt x="3774567" y="1421396"/>
                  </a:cubicBezTo>
                  <a:cubicBezTo>
                    <a:pt x="3769138" y="1419491"/>
                    <a:pt x="3767138" y="1419777"/>
                    <a:pt x="3763328" y="1418443"/>
                  </a:cubicBezTo>
                  <a:cubicBezTo>
                    <a:pt x="3758470" y="1416729"/>
                    <a:pt x="3753231" y="1408442"/>
                    <a:pt x="3748659" y="1407013"/>
                  </a:cubicBezTo>
                  <a:cubicBezTo>
                    <a:pt x="3744754" y="1405584"/>
                    <a:pt x="3735134" y="1395202"/>
                    <a:pt x="3731514" y="1394250"/>
                  </a:cubicBezTo>
                  <a:cubicBezTo>
                    <a:pt x="3726466" y="1392630"/>
                    <a:pt x="3721799" y="1391392"/>
                    <a:pt x="3717417" y="1390344"/>
                  </a:cubicBezTo>
                  <a:cubicBezTo>
                    <a:pt x="3707606" y="1387963"/>
                    <a:pt x="3697319" y="1364627"/>
                    <a:pt x="3690461" y="1360150"/>
                  </a:cubicBezTo>
                  <a:cubicBezTo>
                    <a:pt x="3679127" y="1352816"/>
                    <a:pt x="3673221" y="1364722"/>
                    <a:pt x="3670078" y="1369675"/>
                  </a:cubicBezTo>
                  <a:cubicBezTo>
                    <a:pt x="3669506" y="1370913"/>
                    <a:pt x="3674269" y="1378343"/>
                    <a:pt x="3679031" y="1385677"/>
                  </a:cubicBezTo>
                  <a:cubicBezTo>
                    <a:pt x="3683508" y="1392630"/>
                    <a:pt x="3678174" y="1395964"/>
                    <a:pt x="3678269" y="1397107"/>
                  </a:cubicBezTo>
                  <a:cubicBezTo>
                    <a:pt x="3678650" y="1400250"/>
                    <a:pt x="3683032" y="1412252"/>
                    <a:pt x="3684937" y="1416157"/>
                  </a:cubicBezTo>
                  <a:cubicBezTo>
                    <a:pt x="3687890" y="1422539"/>
                    <a:pt x="3698462" y="1424825"/>
                    <a:pt x="3705511" y="1433016"/>
                  </a:cubicBezTo>
                  <a:cubicBezTo>
                    <a:pt x="3708845" y="1436826"/>
                    <a:pt x="3721227" y="1442446"/>
                    <a:pt x="3725228" y="1446637"/>
                  </a:cubicBezTo>
                  <a:lnTo>
                    <a:pt x="3741801" y="1461401"/>
                  </a:lnTo>
                  <a:cubicBezTo>
                    <a:pt x="3745992" y="1465497"/>
                    <a:pt x="3734848" y="1466830"/>
                    <a:pt x="3739610" y="1470926"/>
                  </a:cubicBezTo>
                  <a:lnTo>
                    <a:pt x="3757994" y="1487976"/>
                  </a:lnTo>
                  <a:cubicBezTo>
                    <a:pt x="3762185" y="1491690"/>
                    <a:pt x="3770090" y="1489500"/>
                    <a:pt x="3774758" y="1493405"/>
                  </a:cubicBezTo>
                  <a:cubicBezTo>
                    <a:pt x="3778568" y="1496643"/>
                    <a:pt x="3778092" y="1501025"/>
                    <a:pt x="3782092" y="1504073"/>
                  </a:cubicBezTo>
                  <a:cubicBezTo>
                    <a:pt x="3791045" y="1511121"/>
                    <a:pt x="3780854" y="1530457"/>
                    <a:pt x="3790855" y="1537791"/>
                  </a:cubicBezTo>
                  <a:cubicBezTo>
                    <a:pt x="3794665" y="1540458"/>
                    <a:pt x="3794855" y="1533029"/>
                    <a:pt x="3798665" y="1535696"/>
                  </a:cubicBezTo>
                  <a:cubicBezTo>
                    <a:pt x="3807047" y="1541697"/>
                    <a:pt x="3794855" y="1504549"/>
                    <a:pt x="3803999" y="1510740"/>
                  </a:cubicBezTo>
                  <a:cubicBezTo>
                    <a:pt x="3808000" y="1513407"/>
                    <a:pt x="3819525" y="1524266"/>
                    <a:pt x="3823716" y="1527028"/>
                  </a:cubicBezTo>
                  <a:cubicBezTo>
                    <a:pt x="3829050" y="1530362"/>
                    <a:pt x="3839147" y="1531219"/>
                    <a:pt x="3844576" y="1534648"/>
                  </a:cubicBezTo>
                  <a:cubicBezTo>
                    <a:pt x="3849529" y="1537791"/>
                    <a:pt x="3858482" y="1540268"/>
                    <a:pt x="3863626" y="1543316"/>
                  </a:cubicBezTo>
                  <a:cubicBezTo>
                    <a:pt x="3867912" y="1545888"/>
                    <a:pt x="3870770" y="1556079"/>
                    <a:pt x="3875056" y="1558746"/>
                  </a:cubicBezTo>
                  <a:cubicBezTo>
                    <a:pt x="3883628" y="1563890"/>
                    <a:pt x="3891153" y="1560461"/>
                    <a:pt x="3899630" y="1565223"/>
                  </a:cubicBezTo>
                  <a:cubicBezTo>
                    <a:pt x="3910775" y="1571796"/>
                    <a:pt x="3916109" y="1567128"/>
                    <a:pt x="3926967" y="1573034"/>
                  </a:cubicBezTo>
                  <a:cubicBezTo>
                    <a:pt x="3936683" y="1578272"/>
                    <a:pt x="3950018" y="1582940"/>
                    <a:pt x="3959257" y="1587702"/>
                  </a:cubicBezTo>
                  <a:cubicBezTo>
                    <a:pt x="3969353" y="1592751"/>
                    <a:pt x="3969163" y="1577510"/>
                    <a:pt x="3978497" y="1581892"/>
                  </a:cubicBezTo>
                  <a:cubicBezTo>
                    <a:pt x="3986213" y="1585512"/>
                    <a:pt x="4020979" y="1584368"/>
                    <a:pt x="4028218" y="1587417"/>
                  </a:cubicBezTo>
                  <a:cubicBezTo>
                    <a:pt x="4037267" y="1591512"/>
                    <a:pt x="4050602" y="1590846"/>
                    <a:pt x="4059174" y="1594179"/>
                  </a:cubicBezTo>
                  <a:close/>
                  <a:moveTo>
                    <a:pt x="4019836" y="1313001"/>
                  </a:moveTo>
                  <a:cubicBezTo>
                    <a:pt x="4030980" y="1319859"/>
                    <a:pt x="4047839" y="1309287"/>
                    <a:pt x="4049173" y="1312430"/>
                  </a:cubicBezTo>
                  <a:cubicBezTo>
                    <a:pt x="4053269" y="1323669"/>
                    <a:pt x="4062698" y="1309096"/>
                    <a:pt x="4068413" y="1319097"/>
                  </a:cubicBezTo>
                  <a:cubicBezTo>
                    <a:pt x="4072604" y="1326336"/>
                    <a:pt x="4066699" y="1357388"/>
                    <a:pt x="4077748" y="1358340"/>
                  </a:cubicBezTo>
                  <a:cubicBezTo>
                    <a:pt x="4086511" y="1360626"/>
                    <a:pt x="4098703" y="1356816"/>
                    <a:pt x="4101084" y="1359483"/>
                  </a:cubicBezTo>
                  <a:cubicBezTo>
                    <a:pt x="4103751" y="1362627"/>
                    <a:pt x="4112514" y="1372056"/>
                    <a:pt x="4115372" y="1374914"/>
                  </a:cubicBezTo>
                  <a:cubicBezTo>
                    <a:pt x="4120515" y="1379867"/>
                    <a:pt x="4125944" y="1380724"/>
                    <a:pt x="4131183" y="1384058"/>
                  </a:cubicBezTo>
                  <a:cubicBezTo>
                    <a:pt x="4134707" y="1386344"/>
                    <a:pt x="4141756" y="1376533"/>
                    <a:pt x="4145280" y="1377867"/>
                  </a:cubicBezTo>
                  <a:cubicBezTo>
                    <a:pt x="4149757" y="1379676"/>
                    <a:pt x="4154519" y="1366627"/>
                    <a:pt x="4158520" y="1366627"/>
                  </a:cubicBezTo>
                  <a:cubicBezTo>
                    <a:pt x="4166045" y="1366627"/>
                    <a:pt x="4192619" y="1384058"/>
                    <a:pt x="4197477" y="1379010"/>
                  </a:cubicBezTo>
                  <a:cubicBezTo>
                    <a:pt x="4205097" y="1370532"/>
                    <a:pt x="4178046" y="1366627"/>
                    <a:pt x="4177475" y="1348244"/>
                  </a:cubicBezTo>
                  <a:cubicBezTo>
                    <a:pt x="4177475" y="1343291"/>
                    <a:pt x="4161854" y="1343672"/>
                    <a:pt x="4161092" y="1338338"/>
                  </a:cubicBezTo>
                  <a:cubicBezTo>
                    <a:pt x="4160330" y="1332623"/>
                    <a:pt x="4146518" y="1325860"/>
                    <a:pt x="4145090" y="1320050"/>
                  </a:cubicBezTo>
                  <a:cubicBezTo>
                    <a:pt x="4143756" y="1314239"/>
                    <a:pt x="4139946" y="1308239"/>
                    <a:pt x="4137851" y="1301952"/>
                  </a:cubicBezTo>
                  <a:cubicBezTo>
                    <a:pt x="4135374" y="1294618"/>
                    <a:pt x="4121849" y="1292237"/>
                    <a:pt x="4118515" y="1285188"/>
                  </a:cubicBezTo>
                  <a:cubicBezTo>
                    <a:pt x="4114134" y="1275759"/>
                    <a:pt x="4122896" y="1270710"/>
                    <a:pt x="4117658" y="1262423"/>
                  </a:cubicBezTo>
                  <a:cubicBezTo>
                    <a:pt x="4115562" y="1259280"/>
                    <a:pt x="4114324" y="1249660"/>
                    <a:pt x="4112324" y="1246707"/>
                  </a:cubicBezTo>
                  <a:cubicBezTo>
                    <a:pt x="4108609" y="1241754"/>
                    <a:pt x="4090035" y="1240230"/>
                    <a:pt x="4086225" y="1236230"/>
                  </a:cubicBezTo>
                  <a:lnTo>
                    <a:pt x="4089463" y="1229372"/>
                  </a:lnTo>
                  <a:lnTo>
                    <a:pt x="4085177" y="1219656"/>
                  </a:lnTo>
                  <a:lnTo>
                    <a:pt x="4073367" y="1207941"/>
                  </a:lnTo>
                  <a:cubicBezTo>
                    <a:pt x="4069937" y="1204607"/>
                    <a:pt x="4069747" y="1197939"/>
                    <a:pt x="4064794" y="1195653"/>
                  </a:cubicBezTo>
                  <a:cubicBezTo>
                    <a:pt x="4053650" y="1192034"/>
                    <a:pt x="4011168" y="1200702"/>
                    <a:pt x="4007263" y="1203273"/>
                  </a:cubicBezTo>
                  <a:cubicBezTo>
                    <a:pt x="4003548" y="1205845"/>
                    <a:pt x="4003358" y="1210322"/>
                    <a:pt x="4000976" y="1214894"/>
                  </a:cubicBezTo>
                  <a:cubicBezTo>
                    <a:pt x="3997452" y="1220990"/>
                    <a:pt x="4016978" y="1221180"/>
                    <a:pt x="4015930" y="1230324"/>
                  </a:cubicBezTo>
                  <a:cubicBezTo>
                    <a:pt x="4015550" y="1234801"/>
                    <a:pt x="3997262" y="1229848"/>
                    <a:pt x="3997262" y="1235182"/>
                  </a:cubicBezTo>
                  <a:cubicBezTo>
                    <a:pt x="3997452" y="1239278"/>
                    <a:pt x="4019360" y="1262995"/>
                    <a:pt x="4020026" y="1267377"/>
                  </a:cubicBezTo>
                  <a:cubicBezTo>
                    <a:pt x="4020407" y="1270425"/>
                    <a:pt x="4017645" y="1280140"/>
                    <a:pt x="4018312" y="1283093"/>
                  </a:cubicBezTo>
                  <a:cubicBezTo>
                    <a:pt x="4019550" y="1290141"/>
                    <a:pt x="4013645" y="1308525"/>
                    <a:pt x="4019741" y="1312906"/>
                  </a:cubicBezTo>
                  <a:close/>
                  <a:moveTo>
                    <a:pt x="1969294" y="87229"/>
                  </a:moveTo>
                  <a:cubicBezTo>
                    <a:pt x="1967198" y="84371"/>
                    <a:pt x="1957007" y="81514"/>
                    <a:pt x="1955673" y="82657"/>
                  </a:cubicBezTo>
                  <a:cubicBezTo>
                    <a:pt x="1955673" y="82657"/>
                    <a:pt x="1950625" y="85705"/>
                    <a:pt x="1947101" y="85038"/>
                  </a:cubicBezTo>
                  <a:cubicBezTo>
                    <a:pt x="1940338" y="81895"/>
                    <a:pt x="1936147" y="84276"/>
                    <a:pt x="1934051" y="85800"/>
                  </a:cubicBezTo>
                  <a:cubicBezTo>
                    <a:pt x="1932813" y="86657"/>
                    <a:pt x="1930241" y="96373"/>
                    <a:pt x="1925574" y="95706"/>
                  </a:cubicBezTo>
                  <a:cubicBezTo>
                    <a:pt x="1924812" y="95230"/>
                    <a:pt x="1920526" y="102278"/>
                    <a:pt x="1918145" y="97992"/>
                  </a:cubicBezTo>
                  <a:cubicBezTo>
                    <a:pt x="1918049" y="97611"/>
                    <a:pt x="1915097" y="89229"/>
                    <a:pt x="1909191" y="88467"/>
                  </a:cubicBezTo>
                  <a:cubicBezTo>
                    <a:pt x="1906429" y="88181"/>
                    <a:pt x="1908715" y="95992"/>
                    <a:pt x="1905381" y="95706"/>
                  </a:cubicBezTo>
                  <a:cubicBezTo>
                    <a:pt x="1903952" y="95516"/>
                    <a:pt x="1896142" y="106088"/>
                    <a:pt x="1890998" y="113327"/>
                  </a:cubicBezTo>
                  <a:cubicBezTo>
                    <a:pt x="1887665" y="118090"/>
                    <a:pt x="1883474" y="129901"/>
                    <a:pt x="1876806" y="125424"/>
                  </a:cubicBezTo>
                  <a:cubicBezTo>
                    <a:pt x="1876616" y="125424"/>
                    <a:pt x="1877759" y="114851"/>
                    <a:pt x="1884521" y="109517"/>
                  </a:cubicBezTo>
                  <a:cubicBezTo>
                    <a:pt x="1888331" y="102374"/>
                    <a:pt x="1898142" y="94087"/>
                    <a:pt x="1898904" y="90277"/>
                  </a:cubicBezTo>
                  <a:cubicBezTo>
                    <a:pt x="1900047" y="85514"/>
                    <a:pt x="1900523" y="81419"/>
                    <a:pt x="1899285" y="80561"/>
                  </a:cubicBezTo>
                  <a:cubicBezTo>
                    <a:pt x="1897094" y="79895"/>
                    <a:pt x="1891475" y="74370"/>
                    <a:pt x="1888998" y="79037"/>
                  </a:cubicBezTo>
                  <a:cubicBezTo>
                    <a:pt x="1888998" y="79037"/>
                    <a:pt x="1884140" y="87229"/>
                    <a:pt x="1881950" y="86657"/>
                  </a:cubicBezTo>
                  <a:lnTo>
                    <a:pt x="1876425" y="91229"/>
                  </a:lnTo>
                  <a:cubicBezTo>
                    <a:pt x="1873949" y="90563"/>
                    <a:pt x="1872329" y="93992"/>
                    <a:pt x="1870234" y="93515"/>
                  </a:cubicBezTo>
                  <a:lnTo>
                    <a:pt x="1871758" y="83609"/>
                  </a:lnTo>
                  <a:cubicBezTo>
                    <a:pt x="1869567" y="83038"/>
                    <a:pt x="1868996" y="84086"/>
                    <a:pt x="1866995" y="83609"/>
                  </a:cubicBezTo>
                  <a:lnTo>
                    <a:pt x="1849279" y="83609"/>
                  </a:lnTo>
                  <a:cubicBezTo>
                    <a:pt x="1847278" y="83133"/>
                    <a:pt x="1845659" y="81514"/>
                    <a:pt x="1840992" y="83609"/>
                  </a:cubicBezTo>
                  <a:cubicBezTo>
                    <a:pt x="1834229" y="86562"/>
                    <a:pt x="1833753" y="85705"/>
                    <a:pt x="1830896" y="85229"/>
                  </a:cubicBezTo>
                  <a:cubicBezTo>
                    <a:pt x="1828610" y="84848"/>
                    <a:pt x="1824228" y="89801"/>
                    <a:pt x="1822037" y="89515"/>
                  </a:cubicBezTo>
                  <a:cubicBezTo>
                    <a:pt x="1817370" y="91134"/>
                    <a:pt x="1818703" y="90182"/>
                    <a:pt x="1817370" y="91134"/>
                  </a:cubicBezTo>
                  <a:cubicBezTo>
                    <a:pt x="1814608" y="93420"/>
                    <a:pt x="1811274" y="91610"/>
                    <a:pt x="1811274" y="91610"/>
                  </a:cubicBezTo>
                  <a:cubicBezTo>
                    <a:pt x="1808036" y="90944"/>
                    <a:pt x="1811084" y="87324"/>
                    <a:pt x="1810798" y="87229"/>
                  </a:cubicBezTo>
                  <a:cubicBezTo>
                    <a:pt x="1812703" y="85038"/>
                    <a:pt x="1824895" y="82752"/>
                    <a:pt x="1827943" y="81609"/>
                  </a:cubicBezTo>
                  <a:cubicBezTo>
                    <a:pt x="1830896" y="80466"/>
                    <a:pt x="1852803" y="77894"/>
                    <a:pt x="1852517" y="77418"/>
                  </a:cubicBezTo>
                  <a:cubicBezTo>
                    <a:pt x="1850898" y="76656"/>
                    <a:pt x="1862614" y="78085"/>
                    <a:pt x="1871282" y="78180"/>
                  </a:cubicBezTo>
                  <a:cubicBezTo>
                    <a:pt x="1879759" y="78180"/>
                    <a:pt x="1885188" y="76942"/>
                    <a:pt x="1884617" y="75894"/>
                  </a:cubicBezTo>
                  <a:cubicBezTo>
                    <a:pt x="1883474" y="73894"/>
                    <a:pt x="1898047" y="73227"/>
                    <a:pt x="1896999" y="71417"/>
                  </a:cubicBezTo>
                  <a:lnTo>
                    <a:pt x="1903857" y="64655"/>
                  </a:lnTo>
                  <a:lnTo>
                    <a:pt x="1906429" y="61988"/>
                  </a:lnTo>
                  <a:lnTo>
                    <a:pt x="1904428" y="58559"/>
                  </a:lnTo>
                  <a:cubicBezTo>
                    <a:pt x="1902238" y="55034"/>
                    <a:pt x="1899095" y="55320"/>
                    <a:pt x="1897285" y="52558"/>
                  </a:cubicBezTo>
                  <a:cubicBezTo>
                    <a:pt x="1894999" y="48653"/>
                    <a:pt x="1893475" y="50558"/>
                    <a:pt x="1891856" y="50367"/>
                  </a:cubicBezTo>
                  <a:cubicBezTo>
                    <a:pt x="1879378" y="49034"/>
                    <a:pt x="1892427" y="38270"/>
                    <a:pt x="1889760" y="36937"/>
                  </a:cubicBezTo>
                  <a:cubicBezTo>
                    <a:pt x="1886903" y="35318"/>
                    <a:pt x="1880711" y="37127"/>
                    <a:pt x="1877663" y="35603"/>
                  </a:cubicBezTo>
                  <a:cubicBezTo>
                    <a:pt x="1874901" y="34270"/>
                    <a:pt x="1892522" y="32555"/>
                    <a:pt x="1892141" y="29984"/>
                  </a:cubicBezTo>
                  <a:cubicBezTo>
                    <a:pt x="1891189" y="22745"/>
                    <a:pt x="1866424" y="27317"/>
                    <a:pt x="1862804" y="25983"/>
                  </a:cubicBezTo>
                  <a:cubicBezTo>
                    <a:pt x="1859471" y="24745"/>
                    <a:pt x="1894903" y="12934"/>
                    <a:pt x="1875568" y="11791"/>
                  </a:cubicBezTo>
                  <a:cubicBezTo>
                    <a:pt x="1869662" y="11505"/>
                    <a:pt x="1837658" y="21316"/>
                    <a:pt x="1831943" y="20078"/>
                  </a:cubicBezTo>
                  <a:cubicBezTo>
                    <a:pt x="1826133" y="18744"/>
                    <a:pt x="1817656" y="13791"/>
                    <a:pt x="1811655" y="12934"/>
                  </a:cubicBezTo>
                  <a:cubicBezTo>
                    <a:pt x="1807178" y="12362"/>
                    <a:pt x="1811369" y="20459"/>
                    <a:pt x="1806893" y="20078"/>
                  </a:cubicBezTo>
                  <a:cubicBezTo>
                    <a:pt x="1800511" y="19601"/>
                    <a:pt x="1800320" y="20840"/>
                    <a:pt x="1793939" y="20840"/>
                  </a:cubicBezTo>
                  <a:cubicBezTo>
                    <a:pt x="1788986" y="20840"/>
                    <a:pt x="1791272" y="23507"/>
                    <a:pt x="1786414" y="23792"/>
                  </a:cubicBezTo>
                  <a:cubicBezTo>
                    <a:pt x="1782890" y="23983"/>
                    <a:pt x="1777937" y="16839"/>
                    <a:pt x="1774507" y="17125"/>
                  </a:cubicBezTo>
                  <a:cubicBezTo>
                    <a:pt x="1770888" y="17506"/>
                    <a:pt x="1770507" y="28460"/>
                    <a:pt x="1766888" y="28936"/>
                  </a:cubicBezTo>
                  <a:cubicBezTo>
                    <a:pt x="1762316" y="29603"/>
                    <a:pt x="1760411" y="32555"/>
                    <a:pt x="1757839" y="27412"/>
                  </a:cubicBezTo>
                  <a:cubicBezTo>
                    <a:pt x="1754410" y="24745"/>
                    <a:pt x="1754124" y="15410"/>
                    <a:pt x="1750124" y="16363"/>
                  </a:cubicBezTo>
                  <a:cubicBezTo>
                    <a:pt x="1749076" y="16649"/>
                    <a:pt x="1741646" y="25221"/>
                    <a:pt x="1733169" y="23316"/>
                  </a:cubicBezTo>
                  <a:cubicBezTo>
                    <a:pt x="1725359" y="19601"/>
                    <a:pt x="1717167" y="37223"/>
                    <a:pt x="1715167" y="37794"/>
                  </a:cubicBezTo>
                  <a:cubicBezTo>
                    <a:pt x="1712881" y="38461"/>
                    <a:pt x="1716786" y="42557"/>
                    <a:pt x="1714500" y="43223"/>
                  </a:cubicBezTo>
                  <a:lnTo>
                    <a:pt x="1709357" y="42366"/>
                  </a:lnTo>
                  <a:cubicBezTo>
                    <a:pt x="1705832" y="43414"/>
                    <a:pt x="1704403" y="46081"/>
                    <a:pt x="1701641" y="47224"/>
                  </a:cubicBezTo>
                  <a:cubicBezTo>
                    <a:pt x="1695069" y="49605"/>
                    <a:pt x="1691545" y="49605"/>
                    <a:pt x="1691450" y="51224"/>
                  </a:cubicBezTo>
                  <a:cubicBezTo>
                    <a:pt x="1691259" y="52748"/>
                    <a:pt x="1694117" y="53891"/>
                    <a:pt x="1694021" y="55701"/>
                  </a:cubicBezTo>
                  <a:cubicBezTo>
                    <a:pt x="1694021" y="58178"/>
                    <a:pt x="1703927" y="53891"/>
                    <a:pt x="1707166" y="54272"/>
                  </a:cubicBezTo>
                  <a:cubicBezTo>
                    <a:pt x="1717548" y="53606"/>
                    <a:pt x="1721739" y="60368"/>
                    <a:pt x="1722025" y="62464"/>
                  </a:cubicBezTo>
                  <a:cubicBezTo>
                    <a:pt x="1722406" y="65512"/>
                    <a:pt x="1727264" y="66941"/>
                    <a:pt x="1727645" y="69989"/>
                  </a:cubicBezTo>
                  <a:cubicBezTo>
                    <a:pt x="1729169" y="74561"/>
                    <a:pt x="1714119" y="68846"/>
                    <a:pt x="1714119" y="68846"/>
                  </a:cubicBezTo>
                  <a:cubicBezTo>
                    <a:pt x="1708118" y="71608"/>
                    <a:pt x="1719929" y="74370"/>
                    <a:pt x="1720882" y="79323"/>
                  </a:cubicBezTo>
                  <a:cubicBezTo>
                    <a:pt x="1721549" y="82466"/>
                    <a:pt x="1722406" y="81323"/>
                    <a:pt x="1718691" y="83228"/>
                  </a:cubicBezTo>
                  <a:cubicBezTo>
                    <a:pt x="1718024" y="83609"/>
                    <a:pt x="1715072" y="87991"/>
                    <a:pt x="1712976" y="84086"/>
                  </a:cubicBezTo>
                  <a:cubicBezTo>
                    <a:pt x="1711738" y="81800"/>
                    <a:pt x="1714500" y="76561"/>
                    <a:pt x="1708595" y="76751"/>
                  </a:cubicBezTo>
                  <a:cubicBezTo>
                    <a:pt x="1700784" y="77513"/>
                    <a:pt x="1700213" y="76847"/>
                    <a:pt x="1698974" y="75513"/>
                  </a:cubicBezTo>
                  <a:cubicBezTo>
                    <a:pt x="1697546" y="73989"/>
                    <a:pt x="1701641" y="70370"/>
                    <a:pt x="1699546" y="69131"/>
                  </a:cubicBezTo>
                  <a:cubicBezTo>
                    <a:pt x="1695641" y="67131"/>
                    <a:pt x="1701260" y="64464"/>
                    <a:pt x="1697355" y="62369"/>
                  </a:cubicBezTo>
                  <a:cubicBezTo>
                    <a:pt x="1694212" y="60654"/>
                    <a:pt x="1682210" y="58368"/>
                    <a:pt x="1674971" y="63131"/>
                  </a:cubicBezTo>
                  <a:cubicBezTo>
                    <a:pt x="1672400" y="64369"/>
                    <a:pt x="1679639" y="69512"/>
                    <a:pt x="1674495" y="70655"/>
                  </a:cubicBezTo>
                  <a:cubicBezTo>
                    <a:pt x="1672495" y="72084"/>
                    <a:pt x="1683734" y="78466"/>
                    <a:pt x="1678781" y="78942"/>
                  </a:cubicBezTo>
                  <a:cubicBezTo>
                    <a:pt x="1672971" y="78942"/>
                    <a:pt x="1679924" y="83705"/>
                    <a:pt x="1678781" y="84276"/>
                  </a:cubicBezTo>
                  <a:cubicBezTo>
                    <a:pt x="1675543" y="86276"/>
                    <a:pt x="1671828" y="83514"/>
                    <a:pt x="1670018" y="80466"/>
                  </a:cubicBezTo>
                  <a:cubicBezTo>
                    <a:pt x="1667637" y="79895"/>
                    <a:pt x="1671542" y="77323"/>
                    <a:pt x="1668685" y="76180"/>
                  </a:cubicBezTo>
                  <a:cubicBezTo>
                    <a:pt x="1665923" y="75227"/>
                    <a:pt x="1669161" y="73608"/>
                    <a:pt x="1663732" y="71417"/>
                  </a:cubicBezTo>
                  <a:cubicBezTo>
                    <a:pt x="1662398" y="70846"/>
                    <a:pt x="1657255" y="68274"/>
                    <a:pt x="1648682" y="69798"/>
                  </a:cubicBezTo>
                  <a:cubicBezTo>
                    <a:pt x="1643825" y="70751"/>
                    <a:pt x="1642015" y="70846"/>
                    <a:pt x="1636490" y="72084"/>
                  </a:cubicBezTo>
                  <a:cubicBezTo>
                    <a:pt x="1631061" y="73322"/>
                    <a:pt x="1630109" y="73799"/>
                    <a:pt x="1625346" y="75132"/>
                  </a:cubicBezTo>
                  <a:cubicBezTo>
                    <a:pt x="1615916" y="77513"/>
                    <a:pt x="1609058" y="80276"/>
                    <a:pt x="1599628" y="84181"/>
                  </a:cubicBezTo>
                  <a:cubicBezTo>
                    <a:pt x="1596866" y="84848"/>
                    <a:pt x="1593437" y="85514"/>
                    <a:pt x="1590389" y="88658"/>
                  </a:cubicBezTo>
                  <a:lnTo>
                    <a:pt x="1594390" y="97040"/>
                  </a:lnTo>
                  <a:cubicBezTo>
                    <a:pt x="1593532" y="98087"/>
                    <a:pt x="1594009" y="98945"/>
                    <a:pt x="1589627" y="102374"/>
                  </a:cubicBezTo>
                  <a:cubicBezTo>
                    <a:pt x="1585722" y="105612"/>
                    <a:pt x="1600010" y="108565"/>
                    <a:pt x="1572197" y="111137"/>
                  </a:cubicBezTo>
                  <a:cubicBezTo>
                    <a:pt x="1567910" y="112089"/>
                    <a:pt x="1565243" y="113232"/>
                    <a:pt x="1561528" y="116280"/>
                  </a:cubicBezTo>
                  <a:cubicBezTo>
                    <a:pt x="1557909" y="119233"/>
                    <a:pt x="1564862" y="123043"/>
                    <a:pt x="1553813" y="123995"/>
                  </a:cubicBezTo>
                  <a:cubicBezTo>
                    <a:pt x="1546860" y="124662"/>
                    <a:pt x="1547717" y="131139"/>
                    <a:pt x="1543907" y="129329"/>
                  </a:cubicBezTo>
                  <a:cubicBezTo>
                    <a:pt x="1543526" y="129139"/>
                    <a:pt x="1540478" y="127043"/>
                    <a:pt x="1539240" y="128758"/>
                  </a:cubicBezTo>
                  <a:cubicBezTo>
                    <a:pt x="1514475" y="146760"/>
                    <a:pt x="1536954" y="146474"/>
                    <a:pt x="1541336" y="146570"/>
                  </a:cubicBezTo>
                  <a:cubicBezTo>
                    <a:pt x="1544003" y="146570"/>
                    <a:pt x="1547432" y="147046"/>
                    <a:pt x="1550956" y="146570"/>
                  </a:cubicBezTo>
                  <a:cubicBezTo>
                    <a:pt x="1554385" y="145903"/>
                    <a:pt x="1543431" y="149332"/>
                    <a:pt x="1542383" y="151713"/>
                  </a:cubicBezTo>
                  <a:cubicBezTo>
                    <a:pt x="1540478" y="154761"/>
                    <a:pt x="1552575" y="148856"/>
                    <a:pt x="1550956" y="151999"/>
                  </a:cubicBezTo>
                  <a:cubicBezTo>
                    <a:pt x="1549622" y="154761"/>
                    <a:pt x="1550099" y="156952"/>
                    <a:pt x="1548670" y="160000"/>
                  </a:cubicBezTo>
                  <a:cubicBezTo>
                    <a:pt x="1547146" y="162857"/>
                    <a:pt x="1546574" y="161238"/>
                    <a:pt x="1541050" y="165239"/>
                  </a:cubicBezTo>
                  <a:cubicBezTo>
                    <a:pt x="1539050" y="166763"/>
                    <a:pt x="1532382" y="167906"/>
                    <a:pt x="1530001" y="169334"/>
                  </a:cubicBezTo>
                  <a:cubicBezTo>
                    <a:pt x="1526191" y="171906"/>
                    <a:pt x="1522667" y="170763"/>
                    <a:pt x="1518285" y="173335"/>
                  </a:cubicBezTo>
                  <a:cubicBezTo>
                    <a:pt x="1513999" y="175907"/>
                    <a:pt x="1510284" y="174859"/>
                    <a:pt x="1506093" y="177240"/>
                  </a:cubicBezTo>
                  <a:cubicBezTo>
                    <a:pt x="1502378" y="179240"/>
                    <a:pt x="1498759" y="181145"/>
                    <a:pt x="1495235" y="183050"/>
                  </a:cubicBezTo>
                  <a:cubicBezTo>
                    <a:pt x="1492187" y="184670"/>
                    <a:pt x="1495425" y="185527"/>
                    <a:pt x="1492663" y="186860"/>
                  </a:cubicBezTo>
                  <a:cubicBezTo>
                    <a:pt x="1485710" y="190480"/>
                    <a:pt x="1486853" y="195623"/>
                    <a:pt x="1486853" y="195623"/>
                  </a:cubicBezTo>
                  <a:cubicBezTo>
                    <a:pt x="1486091" y="198862"/>
                    <a:pt x="1482376" y="206387"/>
                    <a:pt x="1482376" y="206387"/>
                  </a:cubicBezTo>
                  <a:cubicBezTo>
                    <a:pt x="1485805" y="210578"/>
                    <a:pt x="1495711" y="207720"/>
                    <a:pt x="1495711" y="212006"/>
                  </a:cubicBezTo>
                  <a:cubicBezTo>
                    <a:pt x="1495711" y="214197"/>
                    <a:pt x="1502188" y="215626"/>
                    <a:pt x="1510284" y="214197"/>
                  </a:cubicBezTo>
                  <a:cubicBezTo>
                    <a:pt x="1518095" y="213054"/>
                    <a:pt x="1513427" y="213911"/>
                    <a:pt x="1513618" y="216102"/>
                  </a:cubicBezTo>
                  <a:cubicBezTo>
                    <a:pt x="1513713" y="219341"/>
                    <a:pt x="1516285" y="218388"/>
                    <a:pt x="1505522" y="219531"/>
                  </a:cubicBezTo>
                  <a:cubicBezTo>
                    <a:pt x="1500473" y="220007"/>
                    <a:pt x="1491615" y="215435"/>
                    <a:pt x="1487329" y="216102"/>
                  </a:cubicBezTo>
                  <a:cubicBezTo>
                    <a:pt x="1481042" y="216959"/>
                    <a:pt x="1481804" y="220484"/>
                    <a:pt x="1482185" y="222579"/>
                  </a:cubicBezTo>
                  <a:cubicBezTo>
                    <a:pt x="1482852" y="225532"/>
                    <a:pt x="1485710" y="229056"/>
                    <a:pt x="1488662" y="232580"/>
                  </a:cubicBezTo>
                  <a:cubicBezTo>
                    <a:pt x="1491710" y="236009"/>
                    <a:pt x="1494758" y="239343"/>
                    <a:pt x="1495806" y="242296"/>
                  </a:cubicBezTo>
                  <a:cubicBezTo>
                    <a:pt x="1496187" y="243248"/>
                    <a:pt x="1497140" y="248868"/>
                    <a:pt x="1499997" y="250583"/>
                  </a:cubicBezTo>
                  <a:cubicBezTo>
                    <a:pt x="1502378" y="252202"/>
                    <a:pt x="1508189" y="253631"/>
                    <a:pt x="1511522" y="253916"/>
                  </a:cubicBezTo>
                  <a:cubicBezTo>
                    <a:pt x="1514856" y="254107"/>
                    <a:pt x="1523810" y="253726"/>
                    <a:pt x="1527524" y="253916"/>
                  </a:cubicBezTo>
                  <a:cubicBezTo>
                    <a:pt x="1530287" y="254107"/>
                    <a:pt x="1537621" y="249630"/>
                    <a:pt x="1540478" y="249725"/>
                  </a:cubicBezTo>
                  <a:cubicBezTo>
                    <a:pt x="1542002" y="249821"/>
                    <a:pt x="1543241" y="251440"/>
                    <a:pt x="1545622" y="251630"/>
                  </a:cubicBezTo>
                  <a:cubicBezTo>
                    <a:pt x="1554575" y="252107"/>
                    <a:pt x="1551813" y="249821"/>
                    <a:pt x="1554385" y="249821"/>
                  </a:cubicBezTo>
                  <a:cubicBezTo>
                    <a:pt x="1553623" y="272776"/>
                    <a:pt x="1558957" y="251726"/>
                    <a:pt x="1563815" y="253059"/>
                  </a:cubicBezTo>
                  <a:cubicBezTo>
                    <a:pt x="1566101" y="253726"/>
                    <a:pt x="1568768" y="254393"/>
                    <a:pt x="1571053" y="255059"/>
                  </a:cubicBezTo>
                  <a:cubicBezTo>
                    <a:pt x="1575626" y="256107"/>
                    <a:pt x="1579340" y="257345"/>
                    <a:pt x="1579626" y="258012"/>
                  </a:cubicBezTo>
                  <a:cubicBezTo>
                    <a:pt x="1580769" y="260012"/>
                    <a:pt x="1585246" y="276110"/>
                    <a:pt x="1586484" y="278110"/>
                  </a:cubicBezTo>
                  <a:cubicBezTo>
                    <a:pt x="1590866" y="285158"/>
                    <a:pt x="1585817" y="304304"/>
                    <a:pt x="1585817" y="304304"/>
                  </a:cubicBezTo>
                  <a:cubicBezTo>
                    <a:pt x="1585436" y="306209"/>
                    <a:pt x="1590580" y="314972"/>
                    <a:pt x="1590866" y="315257"/>
                  </a:cubicBezTo>
                  <a:cubicBezTo>
                    <a:pt x="1593247" y="317924"/>
                    <a:pt x="1586770" y="326497"/>
                    <a:pt x="1589342" y="328973"/>
                  </a:cubicBezTo>
                  <a:cubicBezTo>
                    <a:pt x="1589913" y="329735"/>
                    <a:pt x="1590961" y="332593"/>
                    <a:pt x="1592675" y="342213"/>
                  </a:cubicBezTo>
                  <a:cubicBezTo>
                    <a:pt x="1592866" y="343166"/>
                    <a:pt x="1604772" y="341927"/>
                    <a:pt x="1607344" y="345356"/>
                  </a:cubicBezTo>
                  <a:cubicBezTo>
                    <a:pt x="1609058" y="347738"/>
                    <a:pt x="1610773" y="346690"/>
                    <a:pt x="1607344" y="349262"/>
                  </a:cubicBezTo>
                  <a:cubicBezTo>
                    <a:pt x="1604963" y="351071"/>
                    <a:pt x="1596866" y="350500"/>
                    <a:pt x="1598295" y="352310"/>
                  </a:cubicBezTo>
                  <a:cubicBezTo>
                    <a:pt x="1600105" y="354786"/>
                    <a:pt x="1589532" y="354596"/>
                    <a:pt x="1591056" y="356596"/>
                  </a:cubicBezTo>
                  <a:cubicBezTo>
                    <a:pt x="1593152" y="359644"/>
                    <a:pt x="1587151" y="367169"/>
                    <a:pt x="1587341" y="368026"/>
                  </a:cubicBezTo>
                  <a:cubicBezTo>
                    <a:pt x="1587627" y="369645"/>
                    <a:pt x="1589246" y="373646"/>
                    <a:pt x="1593437" y="375932"/>
                  </a:cubicBezTo>
                  <a:cubicBezTo>
                    <a:pt x="1594485" y="376979"/>
                    <a:pt x="1596485" y="379456"/>
                    <a:pt x="1598105" y="375551"/>
                  </a:cubicBezTo>
                  <a:cubicBezTo>
                    <a:pt x="1600962" y="371550"/>
                    <a:pt x="1607820" y="371931"/>
                    <a:pt x="1609249" y="372503"/>
                  </a:cubicBezTo>
                  <a:lnTo>
                    <a:pt x="1614678" y="372979"/>
                  </a:lnTo>
                  <a:lnTo>
                    <a:pt x="1617440" y="374598"/>
                  </a:lnTo>
                  <a:cubicBezTo>
                    <a:pt x="1619441" y="377265"/>
                    <a:pt x="1608201" y="376503"/>
                    <a:pt x="1608392" y="377075"/>
                  </a:cubicBezTo>
                  <a:cubicBezTo>
                    <a:pt x="1606868" y="382694"/>
                    <a:pt x="1602296" y="382028"/>
                    <a:pt x="1602772" y="385647"/>
                  </a:cubicBezTo>
                  <a:cubicBezTo>
                    <a:pt x="1603343" y="389648"/>
                    <a:pt x="1596866" y="391172"/>
                    <a:pt x="1597533" y="395267"/>
                  </a:cubicBezTo>
                  <a:cubicBezTo>
                    <a:pt x="1598009" y="399268"/>
                    <a:pt x="1584579" y="404792"/>
                    <a:pt x="1585246" y="408793"/>
                  </a:cubicBezTo>
                  <a:cubicBezTo>
                    <a:pt x="1585722" y="412603"/>
                    <a:pt x="1586675" y="420413"/>
                    <a:pt x="1587246" y="424128"/>
                  </a:cubicBezTo>
                  <a:cubicBezTo>
                    <a:pt x="1587627" y="427176"/>
                    <a:pt x="1586675" y="427367"/>
                    <a:pt x="1587151" y="430415"/>
                  </a:cubicBezTo>
                  <a:cubicBezTo>
                    <a:pt x="1587722" y="434415"/>
                    <a:pt x="1595057" y="435653"/>
                    <a:pt x="1595628" y="439463"/>
                  </a:cubicBezTo>
                  <a:cubicBezTo>
                    <a:pt x="1596009" y="442035"/>
                    <a:pt x="1591151" y="450608"/>
                    <a:pt x="1591532" y="453179"/>
                  </a:cubicBezTo>
                  <a:cubicBezTo>
                    <a:pt x="1591913" y="455370"/>
                    <a:pt x="1595057" y="463847"/>
                    <a:pt x="1595342" y="466038"/>
                  </a:cubicBezTo>
                  <a:cubicBezTo>
                    <a:pt x="1596009" y="469943"/>
                    <a:pt x="1600867" y="472229"/>
                    <a:pt x="1601438" y="475754"/>
                  </a:cubicBezTo>
                  <a:cubicBezTo>
                    <a:pt x="1602010" y="479087"/>
                    <a:pt x="1601819" y="484231"/>
                    <a:pt x="1602391" y="487184"/>
                  </a:cubicBezTo>
                  <a:cubicBezTo>
                    <a:pt x="1604391" y="498709"/>
                    <a:pt x="1616964" y="496709"/>
                    <a:pt x="1617917" y="497566"/>
                  </a:cubicBezTo>
                  <a:cubicBezTo>
                    <a:pt x="1622393" y="501376"/>
                    <a:pt x="1626775" y="498423"/>
                    <a:pt x="1626775" y="498423"/>
                  </a:cubicBezTo>
                  <a:cubicBezTo>
                    <a:pt x="1629823" y="496899"/>
                    <a:pt x="1630299" y="504519"/>
                    <a:pt x="1631823" y="505186"/>
                  </a:cubicBezTo>
                  <a:cubicBezTo>
                    <a:pt x="1637443" y="510044"/>
                    <a:pt x="1639443" y="507758"/>
                    <a:pt x="1641920" y="508805"/>
                  </a:cubicBezTo>
                  <a:cubicBezTo>
                    <a:pt x="1647158" y="510710"/>
                    <a:pt x="1652683" y="514330"/>
                    <a:pt x="1655159" y="515378"/>
                  </a:cubicBezTo>
                  <a:cubicBezTo>
                    <a:pt x="1655159" y="515378"/>
                    <a:pt x="1668304" y="549477"/>
                    <a:pt x="1669732" y="510329"/>
                  </a:cubicBezTo>
                  <a:cubicBezTo>
                    <a:pt x="1669923" y="506138"/>
                    <a:pt x="1680401" y="504995"/>
                    <a:pt x="1683925" y="500423"/>
                  </a:cubicBezTo>
                  <a:cubicBezTo>
                    <a:pt x="1685639" y="498042"/>
                    <a:pt x="1674590" y="486041"/>
                    <a:pt x="1676591" y="483469"/>
                  </a:cubicBezTo>
                  <a:cubicBezTo>
                    <a:pt x="1678781" y="480707"/>
                    <a:pt x="1682877" y="476706"/>
                    <a:pt x="1685353" y="473753"/>
                  </a:cubicBezTo>
                  <a:cubicBezTo>
                    <a:pt x="1688402" y="469943"/>
                    <a:pt x="1689926" y="467086"/>
                    <a:pt x="1693164" y="463181"/>
                  </a:cubicBezTo>
                  <a:cubicBezTo>
                    <a:pt x="1695545" y="460323"/>
                    <a:pt x="1690211" y="456894"/>
                    <a:pt x="1692593" y="454132"/>
                  </a:cubicBezTo>
                  <a:lnTo>
                    <a:pt x="1698974" y="447655"/>
                  </a:lnTo>
                  <a:cubicBezTo>
                    <a:pt x="1700975" y="445464"/>
                    <a:pt x="1705547" y="437939"/>
                    <a:pt x="1707547" y="435844"/>
                  </a:cubicBezTo>
                  <a:cubicBezTo>
                    <a:pt x="1710309" y="432891"/>
                    <a:pt x="1716691" y="437368"/>
                    <a:pt x="1719453" y="434701"/>
                  </a:cubicBezTo>
                  <a:cubicBezTo>
                    <a:pt x="1722501" y="431843"/>
                    <a:pt x="1730978" y="435368"/>
                    <a:pt x="1733741" y="433082"/>
                  </a:cubicBezTo>
                  <a:cubicBezTo>
                    <a:pt x="1740313" y="427843"/>
                    <a:pt x="1737836" y="424890"/>
                    <a:pt x="1744504" y="422223"/>
                  </a:cubicBezTo>
                  <a:cubicBezTo>
                    <a:pt x="1754219" y="418604"/>
                    <a:pt x="1759553" y="421080"/>
                    <a:pt x="1762506" y="414984"/>
                  </a:cubicBezTo>
                  <a:cubicBezTo>
                    <a:pt x="1766602" y="406126"/>
                    <a:pt x="1775079" y="408221"/>
                    <a:pt x="1778032" y="405935"/>
                  </a:cubicBezTo>
                  <a:cubicBezTo>
                    <a:pt x="1785461" y="400506"/>
                    <a:pt x="1775270" y="395648"/>
                    <a:pt x="1783842" y="394505"/>
                  </a:cubicBezTo>
                  <a:cubicBezTo>
                    <a:pt x="1785938" y="394124"/>
                    <a:pt x="1794224" y="396601"/>
                    <a:pt x="1796415" y="396315"/>
                  </a:cubicBezTo>
                  <a:cubicBezTo>
                    <a:pt x="1802702" y="395363"/>
                    <a:pt x="1804988" y="392410"/>
                    <a:pt x="1811274" y="391076"/>
                  </a:cubicBezTo>
                  <a:lnTo>
                    <a:pt x="1816608" y="389171"/>
                  </a:lnTo>
                  <a:cubicBezTo>
                    <a:pt x="1818894" y="388600"/>
                    <a:pt x="1825085" y="388314"/>
                    <a:pt x="1827276" y="386504"/>
                  </a:cubicBezTo>
                  <a:cubicBezTo>
                    <a:pt x="1828324" y="385647"/>
                    <a:pt x="1830610" y="383742"/>
                    <a:pt x="1833753" y="381456"/>
                  </a:cubicBezTo>
                  <a:lnTo>
                    <a:pt x="1835468" y="380313"/>
                  </a:lnTo>
                  <a:cubicBezTo>
                    <a:pt x="1837944" y="378599"/>
                    <a:pt x="1840802" y="376789"/>
                    <a:pt x="1843754" y="374789"/>
                  </a:cubicBezTo>
                  <a:lnTo>
                    <a:pt x="1847088" y="373360"/>
                  </a:lnTo>
                  <a:lnTo>
                    <a:pt x="1852803" y="370598"/>
                  </a:lnTo>
                  <a:cubicBezTo>
                    <a:pt x="1854518" y="369455"/>
                    <a:pt x="1858137" y="369455"/>
                    <a:pt x="1858232" y="366597"/>
                  </a:cubicBezTo>
                  <a:cubicBezTo>
                    <a:pt x="1859947" y="365549"/>
                    <a:pt x="1845088" y="359930"/>
                    <a:pt x="1843278" y="357644"/>
                  </a:cubicBezTo>
                  <a:cubicBezTo>
                    <a:pt x="1841087" y="354215"/>
                    <a:pt x="1844326" y="353357"/>
                    <a:pt x="1846707" y="352500"/>
                  </a:cubicBezTo>
                  <a:lnTo>
                    <a:pt x="1850612" y="354405"/>
                  </a:lnTo>
                  <a:cubicBezTo>
                    <a:pt x="1850612" y="354405"/>
                    <a:pt x="1859661" y="360596"/>
                    <a:pt x="1864424" y="359358"/>
                  </a:cubicBezTo>
                  <a:cubicBezTo>
                    <a:pt x="1870520" y="358691"/>
                    <a:pt x="1872806" y="354119"/>
                    <a:pt x="1873568" y="348881"/>
                  </a:cubicBezTo>
                  <a:cubicBezTo>
                    <a:pt x="1873377" y="344118"/>
                    <a:pt x="1873758" y="338498"/>
                    <a:pt x="1873758" y="338498"/>
                  </a:cubicBezTo>
                  <a:cubicBezTo>
                    <a:pt x="1874425" y="337260"/>
                    <a:pt x="1868710" y="335641"/>
                    <a:pt x="1865471" y="334974"/>
                  </a:cubicBezTo>
                  <a:cubicBezTo>
                    <a:pt x="1865471" y="334974"/>
                    <a:pt x="1858232" y="328116"/>
                    <a:pt x="1863852" y="325354"/>
                  </a:cubicBezTo>
                  <a:cubicBezTo>
                    <a:pt x="1866043" y="324211"/>
                    <a:pt x="1867091" y="325068"/>
                    <a:pt x="1868329" y="322973"/>
                  </a:cubicBezTo>
                  <a:cubicBezTo>
                    <a:pt x="1870710" y="321163"/>
                    <a:pt x="1877187" y="316591"/>
                    <a:pt x="1874044" y="315353"/>
                  </a:cubicBezTo>
                  <a:lnTo>
                    <a:pt x="1865471" y="307542"/>
                  </a:lnTo>
                  <a:cubicBezTo>
                    <a:pt x="1867281" y="304685"/>
                    <a:pt x="1877568" y="310400"/>
                    <a:pt x="1879187" y="307542"/>
                  </a:cubicBezTo>
                  <a:cubicBezTo>
                    <a:pt x="1881378" y="304113"/>
                    <a:pt x="1885378" y="305732"/>
                    <a:pt x="1887474" y="302399"/>
                  </a:cubicBezTo>
                  <a:cubicBezTo>
                    <a:pt x="1889760" y="289064"/>
                    <a:pt x="1892903" y="291159"/>
                    <a:pt x="1894237" y="288968"/>
                  </a:cubicBezTo>
                  <a:cubicBezTo>
                    <a:pt x="1896809" y="284873"/>
                    <a:pt x="1904428" y="284587"/>
                    <a:pt x="1906429" y="281348"/>
                  </a:cubicBezTo>
                  <a:cubicBezTo>
                    <a:pt x="1910048" y="278205"/>
                    <a:pt x="1893380" y="273252"/>
                    <a:pt x="1893951" y="273062"/>
                  </a:cubicBezTo>
                  <a:cubicBezTo>
                    <a:pt x="1900904" y="270204"/>
                    <a:pt x="1910810" y="277253"/>
                    <a:pt x="1912525" y="273919"/>
                  </a:cubicBezTo>
                  <a:cubicBezTo>
                    <a:pt x="1915859" y="272014"/>
                    <a:pt x="1914525" y="272490"/>
                    <a:pt x="1917954" y="270585"/>
                  </a:cubicBezTo>
                  <a:cubicBezTo>
                    <a:pt x="1920431" y="269061"/>
                    <a:pt x="1914620" y="261155"/>
                    <a:pt x="1910906" y="260870"/>
                  </a:cubicBezTo>
                  <a:cubicBezTo>
                    <a:pt x="1908905" y="260870"/>
                    <a:pt x="1905857" y="261727"/>
                    <a:pt x="1902143" y="258869"/>
                  </a:cubicBezTo>
                  <a:cubicBezTo>
                    <a:pt x="1902143" y="258869"/>
                    <a:pt x="1895570" y="254202"/>
                    <a:pt x="1898142" y="252202"/>
                  </a:cubicBezTo>
                  <a:cubicBezTo>
                    <a:pt x="1900428" y="250392"/>
                    <a:pt x="1904524" y="254107"/>
                    <a:pt x="1906810" y="252202"/>
                  </a:cubicBezTo>
                  <a:cubicBezTo>
                    <a:pt x="1911287" y="248392"/>
                    <a:pt x="1915382" y="240010"/>
                    <a:pt x="1913573" y="239057"/>
                  </a:cubicBezTo>
                  <a:cubicBezTo>
                    <a:pt x="1911763" y="237438"/>
                    <a:pt x="1925479" y="228389"/>
                    <a:pt x="1913001" y="233342"/>
                  </a:cubicBezTo>
                  <a:cubicBezTo>
                    <a:pt x="1913001" y="233342"/>
                    <a:pt x="1915478" y="226675"/>
                    <a:pt x="1917097" y="224865"/>
                  </a:cubicBezTo>
                  <a:cubicBezTo>
                    <a:pt x="1919573" y="223532"/>
                    <a:pt x="1918811" y="220960"/>
                    <a:pt x="1916144" y="219912"/>
                  </a:cubicBezTo>
                  <a:lnTo>
                    <a:pt x="1905191" y="219531"/>
                  </a:lnTo>
                  <a:cubicBezTo>
                    <a:pt x="1905191" y="219531"/>
                    <a:pt x="1898999" y="217531"/>
                    <a:pt x="1900904" y="214673"/>
                  </a:cubicBezTo>
                  <a:cubicBezTo>
                    <a:pt x="1903857" y="211435"/>
                    <a:pt x="1913858" y="214864"/>
                    <a:pt x="1916144" y="210482"/>
                  </a:cubicBezTo>
                  <a:cubicBezTo>
                    <a:pt x="1917668" y="208006"/>
                    <a:pt x="1911477" y="202577"/>
                    <a:pt x="1912715" y="200005"/>
                  </a:cubicBezTo>
                  <a:cubicBezTo>
                    <a:pt x="1914239" y="197147"/>
                    <a:pt x="1917192" y="196481"/>
                    <a:pt x="1918430" y="193528"/>
                  </a:cubicBezTo>
                  <a:cubicBezTo>
                    <a:pt x="1920431" y="189527"/>
                    <a:pt x="1924145" y="192956"/>
                    <a:pt x="1925765" y="188765"/>
                  </a:cubicBezTo>
                  <a:cubicBezTo>
                    <a:pt x="1926907" y="185527"/>
                    <a:pt x="1922812" y="183527"/>
                    <a:pt x="1923002" y="177621"/>
                  </a:cubicBezTo>
                  <a:cubicBezTo>
                    <a:pt x="1923193" y="173811"/>
                    <a:pt x="1926717" y="174668"/>
                    <a:pt x="1927384" y="172001"/>
                  </a:cubicBezTo>
                  <a:cubicBezTo>
                    <a:pt x="1928241" y="168572"/>
                    <a:pt x="1917097" y="175430"/>
                    <a:pt x="1917764" y="172001"/>
                  </a:cubicBezTo>
                  <a:cubicBezTo>
                    <a:pt x="1918335" y="168668"/>
                    <a:pt x="1915573" y="170573"/>
                    <a:pt x="1915954" y="167239"/>
                  </a:cubicBezTo>
                  <a:cubicBezTo>
                    <a:pt x="1916335" y="164191"/>
                    <a:pt x="1913001" y="163048"/>
                    <a:pt x="1913287" y="160095"/>
                  </a:cubicBezTo>
                  <a:cubicBezTo>
                    <a:pt x="1913573" y="156476"/>
                    <a:pt x="1915192" y="156285"/>
                    <a:pt x="1918526" y="156190"/>
                  </a:cubicBezTo>
                  <a:cubicBezTo>
                    <a:pt x="1918526" y="156190"/>
                    <a:pt x="1930432" y="153047"/>
                    <a:pt x="1930241" y="149903"/>
                  </a:cubicBezTo>
                  <a:cubicBezTo>
                    <a:pt x="1930146" y="145331"/>
                    <a:pt x="1923288" y="147236"/>
                    <a:pt x="1922812" y="142760"/>
                  </a:cubicBezTo>
                  <a:cubicBezTo>
                    <a:pt x="1922621" y="140093"/>
                    <a:pt x="1934623" y="139426"/>
                    <a:pt x="1937766" y="138092"/>
                  </a:cubicBezTo>
                  <a:cubicBezTo>
                    <a:pt x="1944338" y="134187"/>
                    <a:pt x="1952149" y="130568"/>
                    <a:pt x="1950815" y="125996"/>
                  </a:cubicBezTo>
                  <a:cubicBezTo>
                    <a:pt x="1949196" y="119995"/>
                    <a:pt x="1949577" y="118090"/>
                    <a:pt x="1956911" y="116280"/>
                  </a:cubicBezTo>
                  <a:cubicBezTo>
                    <a:pt x="1970532" y="113042"/>
                    <a:pt x="1981581" y="98754"/>
                    <a:pt x="1979009" y="94182"/>
                  </a:cubicBezTo>
                  <a:cubicBezTo>
                    <a:pt x="1976628" y="89991"/>
                    <a:pt x="1971961" y="91325"/>
                    <a:pt x="1969199" y="87324"/>
                  </a:cubicBezTo>
                  <a:close/>
                  <a:moveTo>
                    <a:pt x="4396931" y="330878"/>
                  </a:moveTo>
                  <a:cubicBezTo>
                    <a:pt x="4396931" y="332021"/>
                    <a:pt x="4397693" y="334022"/>
                    <a:pt x="4398264" y="335260"/>
                  </a:cubicBezTo>
                  <a:cubicBezTo>
                    <a:pt x="4399217" y="335260"/>
                    <a:pt x="4401598" y="335927"/>
                    <a:pt x="4402836" y="335831"/>
                  </a:cubicBezTo>
                  <a:cubicBezTo>
                    <a:pt x="4407980" y="348404"/>
                    <a:pt x="4428935" y="343928"/>
                    <a:pt x="4417314" y="331640"/>
                  </a:cubicBezTo>
                  <a:cubicBezTo>
                    <a:pt x="4410266" y="324211"/>
                    <a:pt x="4385310" y="315829"/>
                    <a:pt x="4395597" y="330021"/>
                  </a:cubicBezTo>
                  <a:lnTo>
                    <a:pt x="4396931" y="330783"/>
                  </a:lnTo>
                  <a:close/>
                </a:path>
              </a:pathLst>
            </a:custGeom>
            <a:solidFill>
              <a:srgbClr val="FFFFFF">
                <a:alpha val="36078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28" name="Google Shape;28;p13"/>
            <p:cNvGrpSpPr/>
            <p:nvPr/>
          </p:nvGrpSpPr>
          <p:grpSpPr>
            <a:xfrm>
              <a:off x="7085105" y="3686079"/>
              <a:ext cx="3982402" cy="1771745"/>
              <a:chOff x="7085105" y="3686079"/>
              <a:chExt cx="3982402" cy="1771745"/>
            </a:xfrm>
          </p:grpSpPr>
          <p:grpSp>
            <p:nvGrpSpPr>
              <p:cNvPr id="29" name="Google Shape;29;p13"/>
              <p:cNvGrpSpPr/>
              <p:nvPr/>
            </p:nvGrpSpPr>
            <p:grpSpPr>
              <a:xfrm>
                <a:off x="7085105" y="3686079"/>
                <a:ext cx="3982402" cy="1771745"/>
                <a:chOff x="7085105" y="3686079"/>
                <a:chExt cx="3982402" cy="1771745"/>
              </a:xfrm>
            </p:grpSpPr>
            <p:grpSp>
              <p:nvGrpSpPr>
                <p:cNvPr id="30" name="Google Shape;30;p13"/>
                <p:cNvGrpSpPr/>
                <p:nvPr/>
              </p:nvGrpSpPr>
              <p:grpSpPr>
                <a:xfrm>
                  <a:off x="7104631" y="3686079"/>
                  <a:ext cx="3943445" cy="1771745"/>
                  <a:chOff x="7104631" y="3686079"/>
                  <a:chExt cx="3943445" cy="1771745"/>
                </a:xfrm>
              </p:grpSpPr>
              <p:grpSp>
                <p:nvGrpSpPr>
                  <p:cNvPr id="31" name="Google Shape;31;p13"/>
                  <p:cNvGrpSpPr/>
                  <p:nvPr/>
                </p:nvGrpSpPr>
                <p:grpSpPr>
                  <a:xfrm>
                    <a:off x="9050113" y="3686079"/>
                    <a:ext cx="52482" cy="1771745"/>
                    <a:chOff x="9050113" y="3686079"/>
                    <a:chExt cx="52482" cy="1771745"/>
                  </a:xfrm>
                </p:grpSpPr>
                <p:sp>
                  <p:nvSpPr>
                    <p:cNvPr id="32" name="Google Shape;32;p13"/>
                    <p:cNvSpPr/>
                    <p:nvPr/>
                  </p:nvSpPr>
                  <p:spPr>
                    <a:xfrm>
                      <a:off x="9050113" y="5202269"/>
                      <a:ext cx="52482" cy="255555"/>
                    </a:xfrm>
                    <a:custGeom>
                      <a:rect b="b" l="l" r="r" t="t"/>
                      <a:pathLst>
                        <a:path extrusionOk="0" h="255555" w="52482">
                          <a:moveTo>
                            <a:pt x="52483" y="255556"/>
                          </a:moveTo>
                          <a:lnTo>
                            <a:pt x="0" y="255556"/>
                          </a:lnTo>
                          <a:lnTo>
                            <a:pt x="953" y="0"/>
                          </a:lnTo>
                          <a:lnTo>
                            <a:pt x="51435" y="0"/>
                          </a:lnTo>
                          <a:lnTo>
                            <a:pt x="52483" y="255556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p:txBody>
                </p:sp>
                <p:sp>
                  <p:nvSpPr>
                    <p:cNvPr id="33" name="Google Shape;33;p13"/>
                    <p:cNvSpPr/>
                    <p:nvPr/>
                  </p:nvSpPr>
                  <p:spPr>
                    <a:xfrm>
                      <a:off x="9056685" y="3686079"/>
                      <a:ext cx="39338" cy="144970"/>
                    </a:xfrm>
                    <a:custGeom>
                      <a:rect b="b" l="l" r="r" t="t"/>
                      <a:pathLst>
                        <a:path extrusionOk="0" h="144970" w="39338">
                          <a:moveTo>
                            <a:pt x="39338" y="144971"/>
                          </a:moveTo>
                          <a:lnTo>
                            <a:pt x="0" y="144971"/>
                          </a:lnTo>
                          <a:lnTo>
                            <a:pt x="571" y="0"/>
                          </a:lnTo>
                          <a:lnTo>
                            <a:pt x="38767" y="0"/>
                          </a:lnTo>
                          <a:lnTo>
                            <a:pt x="39338" y="144971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p:txBody>
                </p:sp>
              </p:grpSp>
              <p:grpSp>
                <p:nvGrpSpPr>
                  <p:cNvPr id="34" name="Google Shape;34;p13"/>
                  <p:cNvGrpSpPr/>
                  <p:nvPr/>
                </p:nvGrpSpPr>
                <p:grpSpPr>
                  <a:xfrm>
                    <a:off x="7104631" y="4422266"/>
                    <a:ext cx="3943445" cy="19431"/>
                    <a:chOff x="7104631" y="4422266"/>
                    <a:chExt cx="3943445" cy="19431"/>
                  </a:xfrm>
                </p:grpSpPr>
                <p:sp>
                  <p:nvSpPr>
                    <p:cNvPr id="35" name="Google Shape;35;p13"/>
                    <p:cNvSpPr/>
                    <p:nvPr/>
                  </p:nvSpPr>
                  <p:spPr>
                    <a:xfrm>
                      <a:off x="7104631" y="4422266"/>
                      <a:ext cx="435864" cy="19431"/>
                    </a:xfrm>
                    <a:custGeom>
                      <a:rect b="b" l="l" r="r" t="t"/>
                      <a:pathLst>
                        <a:path extrusionOk="0" h="19431" w="435864">
                          <a:moveTo>
                            <a:pt x="0" y="19431"/>
                          </a:moveTo>
                          <a:lnTo>
                            <a:pt x="6953" y="0"/>
                          </a:lnTo>
                          <a:lnTo>
                            <a:pt x="435864" y="0"/>
                          </a:lnTo>
                          <a:lnTo>
                            <a:pt x="430340" y="19431"/>
                          </a:lnTo>
                          <a:lnTo>
                            <a:pt x="0" y="19431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p:txBody>
                </p:sp>
                <p:sp>
                  <p:nvSpPr>
                    <p:cNvPr id="36" name="Google Shape;36;p13"/>
                    <p:cNvSpPr/>
                    <p:nvPr/>
                  </p:nvSpPr>
                  <p:spPr>
                    <a:xfrm>
                      <a:off x="10612117" y="4422266"/>
                      <a:ext cx="435959" cy="19431"/>
                    </a:xfrm>
                    <a:custGeom>
                      <a:rect b="b" l="l" r="r" t="t"/>
                      <a:pathLst>
                        <a:path extrusionOk="0" h="19431" w="435959">
                          <a:moveTo>
                            <a:pt x="5525" y="19431"/>
                          </a:moveTo>
                          <a:lnTo>
                            <a:pt x="0" y="0"/>
                          </a:lnTo>
                          <a:lnTo>
                            <a:pt x="429006" y="0"/>
                          </a:lnTo>
                          <a:lnTo>
                            <a:pt x="435959" y="19431"/>
                          </a:lnTo>
                          <a:lnTo>
                            <a:pt x="5525" y="19431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p:txBody>
                </p:sp>
              </p:grpSp>
            </p:grpSp>
            <p:grpSp>
              <p:nvGrpSpPr>
                <p:cNvPr id="37" name="Google Shape;37;p13"/>
                <p:cNvGrpSpPr/>
                <p:nvPr/>
              </p:nvGrpSpPr>
              <p:grpSpPr>
                <a:xfrm>
                  <a:off x="7216645" y="3770185"/>
                  <a:ext cx="3452050" cy="1534953"/>
                  <a:chOff x="7216645" y="3770185"/>
                  <a:chExt cx="3452050" cy="1534953"/>
                </a:xfrm>
              </p:grpSpPr>
              <p:grpSp>
                <p:nvGrpSpPr>
                  <p:cNvPr id="38" name="Google Shape;38;p13"/>
                  <p:cNvGrpSpPr/>
                  <p:nvPr/>
                </p:nvGrpSpPr>
                <p:grpSpPr>
                  <a:xfrm>
                    <a:off x="8193053" y="3770185"/>
                    <a:ext cx="2044446" cy="1534953"/>
                    <a:chOff x="8193053" y="3770185"/>
                    <a:chExt cx="2044446" cy="1534953"/>
                  </a:xfrm>
                </p:grpSpPr>
                <p:sp>
                  <p:nvSpPr>
                    <p:cNvPr id="39" name="Google Shape;39;p13"/>
                    <p:cNvSpPr/>
                    <p:nvPr/>
                  </p:nvSpPr>
                  <p:spPr>
                    <a:xfrm>
                      <a:off x="9999660" y="5143404"/>
                      <a:ext cx="237839" cy="161734"/>
                    </a:xfrm>
                    <a:custGeom>
                      <a:rect b="b" l="l" r="r" t="t"/>
                      <a:pathLst>
                        <a:path extrusionOk="0" h="161734" w="237839">
                          <a:moveTo>
                            <a:pt x="237839" y="148685"/>
                          </a:moveTo>
                          <a:lnTo>
                            <a:pt x="195739" y="161734"/>
                          </a:lnTo>
                          <a:lnTo>
                            <a:pt x="0" y="12382"/>
                          </a:lnTo>
                          <a:lnTo>
                            <a:pt x="41529" y="0"/>
                          </a:lnTo>
                          <a:lnTo>
                            <a:pt x="237839" y="148685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p:txBody>
                </p:sp>
                <p:sp>
                  <p:nvSpPr>
                    <p:cNvPr id="40" name="Google Shape;40;p13"/>
                    <p:cNvSpPr/>
                    <p:nvPr/>
                  </p:nvSpPr>
                  <p:spPr>
                    <a:xfrm>
                      <a:off x="8193053" y="3770185"/>
                      <a:ext cx="153257" cy="97345"/>
                    </a:xfrm>
                    <a:custGeom>
                      <a:rect b="b" l="l" r="r" t="t"/>
                      <a:pathLst>
                        <a:path extrusionOk="0" h="97345" w="153257">
                          <a:moveTo>
                            <a:pt x="153257" y="89535"/>
                          </a:moveTo>
                          <a:lnTo>
                            <a:pt x="117729" y="97346"/>
                          </a:lnTo>
                          <a:lnTo>
                            <a:pt x="0" y="7620"/>
                          </a:lnTo>
                          <a:lnTo>
                            <a:pt x="35147" y="0"/>
                          </a:lnTo>
                          <a:lnTo>
                            <a:pt x="153257" y="89535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p:txBody>
                </p:sp>
              </p:grpSp>
              <p:grpSp>
                <p:nvGrpSpPr>
                  <p:cNvPr id="41" name="Google Shape;41;p13"/>
                  <p:cNvGrpSpPr/>
                  <p:nvPr/>
                </p:nvGrpSpPr>
                <p:grpSpPr>
                  <a:xfrm>
                    <a:off x="7216645" y="4024503"/>
                    <a:ext cx="3452050" cy="886300"/>
                    <a:chOff x="7216645" y="4024503"/>
                    <a:chExt cx="3452050" cy="886300"/>
                  </a:xfrm>
                </p:grpSpPr>
                <p:sp>
                  <p:nvSpPr>
                    <p:cNvPr id="42" name="Google Shape;42;p13"/>
                    <p:cNvSpPr/>
                    <p:nvPr/>
                  </p:nvSpPr>
                  <p:spPr>
                    <a:xfrm>
                      <a:off x="7216645" y="4814887"/>
                      <a:ext cx="319754" cy="95916"/>
                    </a:xfrm>
                    <a:custGeom>
                      <a:rect b="b" l="l" r="r" t="t"/>
                      <a:pathLst>
                        <a:path extrusionOk="0" h="95916" w="319754">
                          <a:moveTo>
                            <a:pt x="17812" y="95917"/>
                          </a:moveTo>
                          <a:lnTo>
                            <a:pt x="0" y="76105"/>
                          </a:lnTo>
                          <a:lnTo>
                            <a:pt x="301085" y="0"/>
                          </a:lnTo>
                          <a:lnTo>
                            <a:pt x="319754" y="19336"/>
                          </a:lnTo>
                          <a:lnTo>
                            <a:pt x="17812" y="9591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p:txBody>
                </p:sp>
                <p:sp>
                  <p:nvSpPr>
                    <p:cNvPr id="43" name="Google Shape;43;p13"/>
                    <p:cNvSpPr/>
                    <p:nvPr/>
                  </p:nvSpPr>
                  <p:spPr>
                    <a:xfrm>
                      <a:off x="10418664" y="4024503"/>
                      <a:ext cx="250031" cy="71628"/>
                    </a:xfrm>
                    <a:custGeom>
                      <a:rect b="b" l="l" r="r" t="t"/>
                      <a:pathLst>
                        <a:path extrusionOk="0" h="71628" w="250031">
                          <a:moveTo>
                            <a:pt x="24765" y="71628"/>
                          </a:moveTo>
                          <a:lnTo>
                            <a:pt x="0" y="56864"/>
                          </a:lnTo>
                          <a:lnTo>
                            <a:pt x="224980" y="0"/>
                          </a:lnTo>
                          <a:lnTo>
                            <a:pt x="250031" y="14478"/>
                          </a:lnTo>
                          <a:lnTo>
                            <a:pt x="24765" y="716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p:txBody>
                </p:sp>
              </p:grpSp>
            </p:grpSp>
            <p:grpSp>
              <p:nvGrpSpPr>
                <p:cNvPr id="44" name="Google Shape;44;p13"/>
                <p:cNvGrpSpPr/>
                <p:nvPr/>
              </p:nvGrpSpPr>
              <p:grpSpPr>
                <a:xfrm>
                  <a:off x="7484012" y="3770185"/>
                  <a:ext cx="3452050" cy="1534953"/>
                  <a:chOff x="7484012" y="3770185"/>
                  <a:chExt cx="3452050" cy="1534953"/>
                </a:xfrm>
              </p:grpSpPr>
              <p:grpSp>
                <p:nvGrpSpPr>
                  <p:cNvPr id="45" name="Google Shape;45;p13"/>
                  <p:cNvGrpSpPr/>
                  <p:nvPr/>
                </p:nvGrpSpPr>
                <p:grpSpPr>
                  <a:xfrm>
                    <a:off x="7484012" y="4024503"/>
                    <a:ext cx="3452050" cy="886300"/>
                    <a:chOff x="7484012" y="4024503"/>
                    <a:chExt cx="3452050" cy="886300"/>
                  </a:xfrm>
                </p:grpSpPr>
                <p:sp>
                  <p:nvSpPr>
                    <p:cNvPr id="46" name="Google Shape;46;p13"/>
                    <p:cNvSpPr/>
                    <p:nvPr/>
                  </p:nvSpPr>
                  <p:spPr>
                    <a:xfrm>
                      <a:off x="10616213" y="4814887"/>
                      <a:ext cx="319849" cy="95916"/>
                    </a:xfrm>
                    <a:custGeom>
                      <a:rect b="b" l="l" r="r" t="t"/>
                      <a:pathLst>
                        <a:path extrusionOk="0" h="95916" w="319849">
                          <a:moveTo>
                            <a:pt x="319850" y="76105"/>
                          </a:moveTo>
                          <a:lnTo>
                            <a:pt x="301943" y="95917"/>
                          </a:lnTo>
                          <a:lnTo>
                            <a:pt x="0" y="19336"/>
                          </a:lnTo>
                          <a:lnTo>
                            <a:pt x="18764" y="0"/>
                          </a:lnTo>
                          <a:lnTo>
                            <a:pt x="319850" y="76105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p:txBody>
                </p:sp>
                <p:sp>
                  <p:nvSpPr>
                    <p:cNvPr id="47" name="Google Shape;47;p13"/>
                    <p:cNvSpPr/>
                    <p:nvPr/>
                  </p:nvSpPr>
                  <p:spPr>
                    <a:xfrm>
                      <a:off x="7484012" y="4024503"/>
                      <a:ext cx="249935" cy="71628"/>
                    </a:xfrm>
                    <a:custGeom>
                      <a:rect b="b" l="l" r="r" t="t"/>
                      <a:pathLst>
                        <a:path extrusionOk="0" h="71628" w="249935">
                          <a:moveTo>
                            <a:pt x="249936" y="56864"/>
                          </a:moveTo>
                          <a:lnTo>
                            <a:pt x="225266" y="71628"/>
                          </a:lnTo>
                          <a:lnTo>
                            <a:pt x="0" y="14478"/>
                          </a:lnTo>
                          <a:lnTo>
                            <a:pt x="25051" y="0"/>
                          </a:lnTo>
                          <a:lnTo>
                            <a:pt x="249936" y="56864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p:txBody>
                </p:sp>
              </p:grpSp>
              <p:grpSp>
                <p:nvGrpSpPr>
                  <p:cNvPr id="48" name="Google Shape;48;p13"/>
                  <p:cNvGrpSpPr/>
                  <p:nvPr/>
                </p:nvGrpSpPr>
                <p:grpSpPr>
                  <a:xfrm>
                    <a:off x="7915114" y="3770185"/>
                    <a:ext cx="2044445" cy="1534953"/>
                    <a:chOff x="7915114" y="3770185"/>
                    <a:chExt cx="2044445" cy="1534953"/>
                  </a:xfrm>
                </p:grpSpPr>
                <p:sp>
                  <p:nvSpPr>
                    <p:cNvPr id="49" name="Google Shape;49;p13"/>
                    <p:cNvSpPr/>
                    <p:nvPr/>
                  </p:nvSpPr>
                  <p:spPr>
                    <a:xfrm>
                      <a:off x="7915114" y="5143404"/>
                      <a:ext cx="237839" cy="161734"/>
                    </a:xfrm>
                    <a:custGeom>
                      <a:rect b="b" l="l" r="r" t="t"/>
                      <a:pathLst>
                        <a:path extrusionOk="0" h="161734" w="237839">
                          <a:moveTo>
                            <a:pt x="42100" y="161734"/>
                          </a:moveTo>
                          <a:lnTo>
                            <a:pt x="0" y="148685"/>
                          </a:lnTo>
                          <a:lnTo>
                            <a:pt x="196405" y="0"/>
                          </a:lnTo>
                          <a:lnTo>
                            <a:pt x="237839" y="12382"/>
                          </a:lnTo>
                          <a:lnTo>
                            <a:pt x="42100" y="161734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p:txBody>
                </p:sp>
                <p:sp>
                  <p:nvSpPr>
                    <p:cNvPr id="50" name="Google Shape;50;p13"/>
                    <p:cNvSpPr/>
                    <p:nvPr/>
                  </p:nvSpPr>
                  <p:spPr>
                    <a:xfrm>
                      <a:off x="9806302" y="3770185"/>
                      <a:ext cx="153257" cy="97345"/>
                    </a:xfrm>
                    <a:custGeom>
                      <a:rect b="b" l="l" r="r" t="t"/>
                      <a:pathLst>
                        <a:path extrusionOk="0" h="97345" w="153257">
                          <a:moveTo>
                            <a:pt x="35624" y="97346"/>
                          </a:moveTo>
                          <a:lnTo>
                            <a:pt x="0" y="89535"/>
                          </a:lnTo>
                          <a:lnTo>
                            <a:pt x="118205" y="0"/>
                          </a:lnTo>
                          <a:lnTo>
                            <a:pt x="153257" y="7620"/>
                          </a:lnTo>
                          <a:lnTo>
                            <a:pt x="35624" y="97346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p:txBody>
                </p:sp>
              </p:grpSp>
            </p:grpSp>
            <p:grpSp>
              <p:nvGrpSpPr>
                <p:cNvPr id="51" name="Google Shape;51;p13"/>
                <p:cNvGrpSpPr/>
                <p:nvPr/>
              </p:nvGrpSpPr>
              <p:grpSpPr>
                <a:xfrm>
                  <a:off x="8889235" y="3689222"/>
                  <a:ext cx="443865" cy="1762601"/>
                  <a:chOff x="8889235" y="3689222"/>
                  <a:chExt cx="443865" cy="1762601"/>
                </a:xfrm>
              </p:grpSpPr>
              <p:sp>
                <p:nvSpPr>
                  <p:cNvPr id="52" name="Google Shape;52;p13"/>
                  <p:cNvSpPr/>
                  <p:nvPr/>
                </p:nvSpPr>
                <p:spPr>
                  <a:xfrm>
                    <a:off x="8889235" y="3689222"/>
                    <a:ext cx="33718" cy="63627"/>
                  </a:xfrm>
                  <a:custGeom>
                    <a:rect b="b" l="l" r="r" t="t"/>
                    <a:pathLst>
                      <a:path extrusionOk="0" h="63627" w="33718">
                        <a:moveTo>
                          <a:pt x="33719" y="62865"/>
                        </a:moveTo>
                        <a:lnTo>
                          <a:pt x="14859" y="63627"/>
                        </a:lnTo>
                        <a:lnTo>
                          <a:pt x="0" y="762"/>
                        </a:lnTo>
                        <a:lnTo>
                          <a:pt x="18574" y="0"/>
                        </a:lnTo>
                        <a:lnTo>
                          <a:pt x="33719" y="6286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53" name="Google Shape;53;p13"/>
                  <p:cNvSpPr/>
                  <p:nvPr/>
                </p:nvSpPr>
                <p:spPr>
                  <a:xfrm>
                    <a:off x="9280427" y="5335809"/>
                    <a:ext cx="52673" cy="116014"/>
                  </a:xfrm>
                  <a:custGeom>
                    <a:rect b="b" l="l" r="r" t="t"/>
                    <a:pathLst>
                      <a:path extrusionOk="0" h="116014" w="52673">
                        <a:moveTo>
                          <a:pt x="52673" y="114681"/>
                        </a:moveTo>
                        <a:lnTo>
                          <a:pt x="27242" y="116014"/>
                        </a:lnTo>
                        <a:lnTo>
                          <a:pt x="0" y="1238"/>
                        </a:lnTo>
                        <a:lnTo>
                          <a:pt x="24955" y="0"/>
                        </a:lnTo>
                        <a:lnTo>
                          <a:pt x="52673" y="11468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54" name="Google Shape;54;p13"/>
                <p:cNvGrpSpPr/>
                <p:nvPr/>
              </p:nvGrpSpPr>
              <p:grpSpPr>
                <a:xfrm>
                  <a:off x="8712642" y="3699414"/>
                  <a:ext cx="860107" cy="1733264"/>
                  <a:chOff x="8712642" y="3699414"/>
                  <a:chExt cx="860107" cy="1733264"/>
                </a:xfrm>
              </p:grpSpPr>
              <p:sp>
                <p:nvSpPr>
                  <p:cNvPr id="55" name="Google Shape;55;p13"/>
                  <p:cNvSpPr/>
                  <p:nvPr/>
                </p:nvSpPr>
                <p:spPr>
                  <a:xfrm>
                    <a:off x="8712642" y="3699414"/>
                    <a:ext cx="48577" cy="63627"/>
                  </a:xfrm>
                  <a:custGeom>
                    <a:rect b="b" l="l" r="r" t="t"/>
                    <a:pathLst>
                      <a:path extrusionOk="0" h="63627" w="48577">
                        <a:moveTo>
                          <a:pt x="48578" y="62103"/>
                        </a:moveTo>
                        <a:lnTo>
                          <a:pt x="30004" y="63627"/>
                        </a:lnTo>
                        <a:lnTo>
                          <a:pt x="0" y="1524"/>
                        </a:lnTo>
                        <a:lnTo>
                          <a:pt x="18479" y="0"/>
                        </a:lnTo>
                        <a:lnTo>
                          <a:pt x="48578" y="6210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56" name="Google Shape;56;p13"/>
                  <p:cNvSpPr/>
                  <p:nvPr/>
                </p:nvSpPr>
                <p:spPr>
                  <a:xfrm>
                    <a:off x="9493787" y="5317712"/>
                    <a:ext cx="78962" cy="114966"/>
                  </a:xfrm>
                  <a:custGeom>
                    <a:rect b="b" l="l" r="r" t="t"/>
                    <a:pathLst>
                      <a:path extrusionOk="0" h="114966" w="78962">
                        <a:moveTo>
                          <a:pt x="78962" y="112205"/>
                        </a:moveTo>
                        <a:lnTo>
                          <a:pt x="54102" y="114967"/>
                        </a:lnTo>
                        <a:lnTo>
                          <a:pt x="0" y="2762"/>
                        </a:lnTo>
                        <a:lnTo>
                          <a:pt x="24384" y="0"/>
                        </a:lnTo>
                        <a:lnTo>
                          <a:pt x="78962" y="11220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57" name="Google Shape;57;p13"/>
                <p:cNvGrpSpPr/>
                <p:nvPr/>
              </p:nvGrpSpPr>
              <p:grpSpPr>
                <a:xfrm>
                  <a:off x="8538430" y="3716750"/>
                  <a:ext cx="1265490" cy="1684020"/>
                  <a:chOff x="8538430" y="3716750"/>
                  <a:chExt cx="1265490" cy="1684020"/>
                </a:xfrm>
              </p:grpSpPr>
              <p:sp>
                <p:nvSpPr>
                  <p:cNvPr id="58" name="Google Shape;58;p13"/>
                  <p:cNvSpPr/>
                  <p:nvPr/>
                </p:nvSpPr>
                <p:spPr>
                  <a:xfrm>
                    <a:off x="8538430" y="3716750"/>
                    <a:ext cx="63341" cy="62960"/>
                  </a:xfrm>
                  <a:custGeom>
                    <a:rect b="b" l="l" r="r" t="t"/>
                    <a:pathLst>
                      <a:path extrusionOk="0" h="62960" w="63341">
                        <a:moveTo>
                          <a:pt x="63341" y="60674"/>
                        </a:moveTo>
                        <a:lnTo>
                          <a:pt x="44958" y="62960"/>
                        </a:lnTo>
                        <a:lnTo>
                          <a:pt x="0" y="2191"/>
                        </a:lnTo>
                        <a:lnTo>
                          <a:pt x="18193" y="0"/>
                        </a:lnTo>
                        <a:lnTo>
                          <a:pt x="63341" y="6067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59" name="Google Shape;59;p13"/>
                  <p:cNvSpPr/>
                  <p:nvPr/>
                </p:nvSpPr>
                <p:spPr>
                  <a:xfrm>
                    <a:off x="9700384" y="5288661"/>
                    <a:ext cx="103536" cy="112109"/>
                  </a:xfrm>
                  <a:custGeom>
                    <a:rect b="b" l="l" r="r" t="t"/>
                    <a:pathLst>
                      <a:path extrusionOk="0" h="112109" w="103536">
                        <a:moveTo>
                          <a:pt x="103537" y="108013"/>
                        </a:moveTo>
                        <a:lnTo>
                          <a:pt x="79820" y="112109"/>
                        </a:lnTo>
                        <a:lnTo>
                          <a:pt x="0" y="3905"/>
                        </a:lnTo>
                        <a:lnTo>
                          <a:pt x="23431" y="0"/>
                        </a:lnTo>
                        <a:lnTo>
                          <a:pt x="103537" y="10801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60" name="Google Shape;60;p13"/>
                <p:cNvGrpSpPr/>
                <p:nvPr/>
              </p:nvGrpSpPr>
              <p:grpSpPr>
                <a:xfrm>
                  <a:off x="8367837" y="3741038"/>
                  <a:ext cx="1655253" cy="1615726"/>
                  <a:chOff x="8367837" y="3741038"/>
                  <a:chExt cx="1655253" cy="1615726"/>
                </a:xfrm>
              </p:grpSpPr>
              <p:sp>
                <p:nvSpPr>
                  <p:cNvPr id="61" name="Google Shape;61;p13"/>
                  <p:cNvSpPr/>
                  <p:nvPr/>
                </p:nvSpPr>
                <p:spPr>
                  <a:xfrm>
                    <a:off x="8367837" y="3741038"/>
                    <a:ext cx="77628" cy="61912"/>
                  </a:xfrm>
                  <a:custGeom>
                    <a:rect b="b" l="l" r="r" t="t"/>
                    <a:pathLst>
                      <a:path extrusionOk="0" h="61912" w="77628">
                        <a:moveTo>
                          <a:pt x="77629" y="58865"/>
                        </a:moveTo>
                        <a:lnTo>
                          <a:pt x="59722" y="61913"/>
                        </a:lnTo>
                        <a:lnTo>
                          <a:pt x="0" y="2858"/>
                        </a:lnTo>
                        <a:lnTo>
                          <a:pt x="17717" y="0"/>
                        </a:lnTo>
                        <a:lnTo>
                          <a:pt x="77629" y="5886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62" name="Google Shape;62;p13"/>
                  <p:cNvSpPr/>
                  <p:nvPr/>
                </p:nvSpPr>
                <p:spPr>
                  <a:xfrm>
                    <a:off x="9896980" y="5249227"/>
                    <a:ext cx="126110" cy="107537"/>
                  </a:xfrm>
                  <a:custGeom>
                    <a:rect b="b" l="l" r="r" t="t"/>
                    <a:pathLst>
                      <a:path extrusionOk="0" h="107537" w="126110">
                        <a:moveTo>
                          <a:pt x="126111" y="102298"/>
                        </a:moveTo>
                        <a:lnTo>
                          <a:pt x="103822" y="107537"/>
                        </a:lnTo>
                        <a:lnTo>
                          <a:pt x="0" y="5048"/>
                        </a:lnTo>
                        <a:lnTo>
                          <a:pt x="22003" y="0"/>
                        </a:lnTo>
                        <a:lnTo>
                          <a:pt x="126111" y="10229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63" name="Google Shape;63;p13"/>
                <p:cNvGrpSpPr/>
                <p:nvPr/>
              </p:nvGrpSpPr>
              <p:grpSpPr>
                <a:xfrm>
                  <a:off x="8042272" y="3810190"/>
                  <a:ext cx="2369724" cy="1426654"/>
                  <a:chOff x="8042272" y="3810190"/>
                  <a:chExt cx="2369724" cy="1426654"/>
                </a:xfrm>
              </p:grpSpPr>
              <p:sp>
                <p:nvSpPr>
                  <p:cNvPr id="64" name="Google Shape;64;p13"/>
                  <p:cNvSpPr/>
                  <p:nvPr/>
                </p:nvSpPr>
                <p:spPr>
                  <a:xfrm>
                    <a:off x="8042272" y="3810190"/>
                    <a:ext cx="105441" cy="58102"/>
                  </a:xfrm>
                  <a:custGeom>
                    <a:rect b="b" l="l" r="r" t="t"/>
                    <a:pathLst>
                      <a:path extrusionOk="0" h="58102" w="105441">
                        <a:moveTo>
                          <a:pt x="105442" y="53626"/>
                        </a:moveTo>
                        <a:lnTo>
                          <a:pt x="88868" y="58102"/>
                        </a:lnTo>
                        <a:lnTo>
                          <a:pt x="0" y="4381"/>
                        </a:lnTo>
                        <a:lnTo>
                          <a:pt x="16478" y="0"/>
                        </a:lnTo>
                        <a:lnTo>
                          <a:pt x="105442" y="536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65" name="Google Shape;65;p13"/>
                  <p:cNvSpPr/>
                  <p:nvPr/>
                </p:nvSpPr>
                <p:spPr>
                  <a:xfrm>
                    <a:off x="10248643" y="5142166"/>
                    <a:ext cx="163353" cy="94678"/>
                  </a:xfrm>
                  <a:custGeom>
                    <a:rect b="b" l="l" r="r" t="t"/>
                    <a:pathLst>
                      <a:path extrusionOk="0" h="94678" w="163353">
                        <a:moveTo>
                          <a:pt x="163354" y="87344"/>
                        </a:moveTo>
                        <a:lnTo>
                          <a:pt x="144875" y="94679"/>
                        </a:lnTo>
                        <a:lnTo>
                          <a:pt x="0" y="7049"/>
                        </a:lnTo>
                        <a:lnTo>
                          <a:pt x="18479" y="0"/>
                        </a:lnTo>
                        <a:lnTo>
                          <a:pt x="163354" y="8734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66" name="Google Shape;66;p13"/>
                <p:cNvGrpSpPr/>
                <p:nvPr/>
              </p:nvGrpSpPr>
              <p:grpSpPr>
                <a:xfrm>
                  <a:off x="7889872" y="3854958"/>
                  <a:ext cx="2686811" cy="1308353"/>
                  <a:chOff x="7889872" y="3854958"/>
                  <a:chExt cx="2686811" cy="1308353"/>
                </a:xfrm>
              </p:grpSpPr>
              <p:sp>
                <p:nvSpPr>
                  <p:cNvPr id="67" name="Google Shape;67;p13"/>
                  <p:cNvSpPr/>
                  <p:nvPr/>
                </p:nvSpPr>
                <p:spPr>
                  <a:xfrm>
                    <a:off x="7889872" y="3854958"/>
                    <a:ext cx="118586" cy="55340"/>
                  </a:xfrm>
                  <a:custGeom>
                    <a:rect b="b" l="l" r="r" t="t"/>
                    <a:pathLst>
                      <a:path extrusionOk="0" h="55340" w="118586">
                        <a:moveTo>
                          <a:pt x="118586" y="50197"/>
                        </a:moveTo>
                        <a:lnTo>
                          <a:pt x="102965" y="55340"/>
                        </a:lnTo>
                        <a:lnTo>
                          <a:pt x="0" y="5143"/>
                        </a:lnTo>
                        <a:lnTo>
                          <a:pt x="15621" y="0"/>
                        </a:lnTo>
                        <a:lnTo>
                          <a:pt x="118586" y="501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68" name="Google Shape;68;p13"/>
                  <p:cNvSpPr/>
                  <p:nvPr/>
                </p:nvSpPr>
                <p:spPr>
                  <a:xfrm>
                    <a:off x="10399138" y="5076729"/>
                    <a:ext cx="177545" cy="86582"/>
                  </a:xfrm>
                  <a:custGeom>
                    <a:rect b="b" l="l" r="r" t="t"/>
                    <a:pathLst>
                      <a:path extrusionOk="0" h="86582" w="177545">
                        <a:moveTo>
                          <a:pt x="177546" y="78486"/>
                        </a:moveTo>
                        <a:lnTo>
                          <a:pt x="161258" y="86582"/>
                        </a:lnTo>
                        <a:lnTo>
                          <a:pt x="0" y="7906"/>
                        </a:lnTo>
                        <a:lnTo>
                          <a:pt x="16288" y="0"/>
                        </a:lnTo>
                        <a:lnTo>
                          <a:pt x="177546" y="7848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69" name="Google Shape;69;p13"/>
                <p:cNvGrpSpPr/>
                <p:nvPr/>
              </p:nvGrpSpPr>
              <p:grpSpPr>
                <a:xfrm>
                  <a:off x="7746140" y="3906392"/>
                  <a:ext cx="2972751" cy="1176243"/>
                  <a:chOff x="7746140" y="3906392"/>
                  <a:chExt cx="2972751" cy="1176243"/>
                </a:xfrm>
              </p:grpSpPr>
              <p:sp>
                <p:nvSpPr>
                  <p:cNvPr id="70" name="Google Shape;70;p13"/>
                  <p:cNvSpPr/>
                  <p:nvPr/>
                </p:nvSpPr>
                <p:spPr>
                  <a:xfrm>
                    <a:off x="7746140" y="3906392"/>
                    <a:ext cx="131349" cy="51911"/>
                  </a:xfrm>
                  <a:custGeom>
                    <a:rect b="b" l="l" r="r" t="t"/>
                    <a:pathLst>
                      <a:path extrusionOk="0" h="51911" w="131349">
                        <a:moveTo>
                          <a:pt x="131350" y="46101"/>
                        </a:moveTo>
                        <a:lnTo>
                          <a:pt x="116681" y="51911"/>
                        </a:lnTo>
                        <a:lnTo>
                          <a:pt x="0" y="5715"/>
                        </a:lnTo>
                        <a:lnTo>
                          <a:pt x="14669" y="0"/>
                        </a:lnTo>
                        <a:lnTo>
                          <a:pt x="131350" y="4610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71" name="Google Shape;71;p13"/>
                  <p:cNvSpPr/>
                  <p:nvPr/>
                </p:nvSpPr>
                <p:spPr>
                  <a:xfrm>
                    <a:off x="10530297" y="5004911"/>
                    <a:ext cx="188594" cy="77724"/>
                  </a:xfrm>
                  <a:custGeom>
                    <a:rect b="b" l="l" r="r" t="t"/>
                    <a:pathLst>
                      <a:path extrusionOk="0" h="77724" w="188594">
                        <a:moveTo>
                          <a:pt x="188595" y="68961"/>
                        </a:moveTo>
                        <a:lnTo>
                          <a:pt x="174688" y="77724"/>
                        </a:lnTo>
                        <a:lnTo>
                          <a:pt x="0" y="8668"/>
                        </a:lnTo>
                        <a:lnTo>
                          <a:pt x="13906" y="0"/>
                        </a:lnTo>
                        <a:lnTo>
                          <a:pt x="188595" y="6896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72" name="Google Shape;72;p13"/>
                <p:cNvGrpSpPr/>
                <p:nvPr/>
              </p:nvGrpSpPr>
              <p:grpSpPr>
                <a:xfrm>
                  <a:off x="7612504" y="3964209"/>
                  <a:ext cx="3224879" cy="1032129"/>
                  <a:chOff x="7612504" y="3964209"/>
                  <a:chExt cx="3224879" cy="1032129"/>
                </a:xfrm>
              </p:grpSpPr>
              <p:sp>
                <p:nvSpPr>
                  <p:cNvPr id="73" name="Google Shape;73;p13"/>
                  <p:cNvSpPr/>
                  <p:nvPr/>
                </p:nvSpPr>
                <p:spPr>
                  <a:xfrm>
                    <a:off x="7612504" y="3964209"/>
                    <a:ext cx="143351" cy="47910"/>
                  </a:xfrm>
                  <a:custGeom>
                    <a:rect b="b" l="l" r="r" t="t"/>
                    <a:pathLst>
                      <a:path extrusionOk="0" h="47910" w="143351">
                        <a:moveTo>
                          <a:pt x="143351" y="41339"/>
                        </a:moveTo>
                        <a:lnTo>
                          <a:pt x="129921" y="47911"/>
                        </a:lnTo>
                        <a:lnTo>
                          <a:pt x="0" y="6382"/>
                        </a:lnTo>
                        <a:lnTo>
                          <a:pt x="13526" y="0"/>
                        </a:lnTo>
                        <a:lnTo>
                          <a:pt x="143351" y="4133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74" name="Google Shape;74;p13"/>
                  <p:cNvSpPr/>
                  <p:nvPr/>
                </p:nvSpPr>
                <p:spPr>
                  <a:xfrm>
                    <a:off x="10640883" y="4928044"/>
                    <a:ext cx="196500" cy="68294"/>
                  </a:xfrm>
                  <a:custGeom>
                    <a:rect b="b" l="l" r="r" t="t"/>
                    <a:pathLst>
                      <a:path extrusionOk="0" h="68294" w="196500">
                        <a:moveTo>
                          <a:pt x="196501" y="58960"/>
                        </a:moveTo>
                        <a:lnTo>
                          <a:pt x="185166" y="68294"/>
                        </a:lnTo>
                        <a:lnTo>
                          <a:pt x="0" y="9144"/>
                        </a:lnTo>
                        <a:lnTo>
                          <a:pt x="11525" y="0"/>
                        </a:lnTo>
                        <a:lnTo>
                          <a:pt x="196501" y="5896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75" name="Google Shape;75;p13"/>
                <p:cNvGrpSpPr/>
                <p:nvPr/>
              </p:nvGrpSpPr>
              <p:grpSpPr>
                <a:xfrm>
                  <a:off x="7381428" y="4098035"/>
                  <a:ext cx="3619595" cy="714376"/>
                  <a:chOff x="7381428" y="4098035"/>
                  <a:chExt cx="3619595" cy="714376"/>
                </a:xfrm>
              </p:grpSpPr>
              <p:sp>
                <p:nvSpPr>
                  <p:cNvPr id="76" name="Google Shape;76;p13"/>
                  <p:cNvSpPr/>
                  <p:nvPr/>
                </p:nvSpPr>
                <p:spPr>
                  <a:xfrm>
                    <a:off x="7381428" y="4098035"/>
                    <a:ext cx="164972" cy="37814"/>
                  </a:xfrm>
                  <a:custGeom>
                    <a:rect b="b" l="l" r="r" t="t"/>
                    <a:pathLst>
                      <a:path extrusionOk="0" h="37814" w="164972">
                        <a:moveTo>
                          <a:pt x="164973" y="30099"/>
                        </a:moveTo>
                        <a:lnTo>
                          <a:pt x="154400" y="37814"/>
                        </a:lnTo>
                        <a:lnTo>
                          <a:pt x="0" y="7620"/>
                        </a:lnTo>
                        <a:lnTo>
                          <a:pt x="10763" y="0"/>
                        </a:lnTo>
                        <a:lnTo>
                          <a:pt x="164973" y="3009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77" name="Google Shape;77;p13"/>
                  <p:cNvSpPr/>
                  <p:nvPr/>
                </p:nvSpPr>
                <p:spPr>
                  <a:xfrm>
                    <a:off x="10797569" y="4764024"/>
                    <a:ext cx="203454" cy="48387"/>
                  </a:xfrm>
                  <a:custGeom>
                    <a:rect b="b" l="l" r="r" t="t"/>
                    <a:pathLst>
                      <a:path extrusionOk="0" h="48387" w="203454">
                        <a:moveTo>
                          <a:pt x="203454" y="38481"/>
                        </a:moveTo>
                        <a:lnTo>
                          <a:pt x="197358" y="48387"/>
                        </a:lnTo>
                        <a:lnTo>
                          <a:pt x="0" y="9811"/>
                        </a:lnTo>
                        <a:lnTo>
                          <a:pt x="6477" y="0"/>
                        </a:lnTo>
                        <a:lnTo>
                          <a:pt x="203454" y="3848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78" name="Google Shape;78;p13"/>
                <p:cNvGrpSpPr/>
                <p:nvPr/>
              </p:nvGrpSpPr>
              <p:grpSpPr>
                <a:xfrm>
                  <a:off x="7286940" y="4173378"/>
                  <a:ext cx="3759327" cy="544163"/>
                  <a:chOff x="7286940" y="4173378"/>
                  <a:chExt cx="3759327" cy="544163"/>
                </a:xfrm>
              </p:grpSpPr>
              <p:sp>
                <p:nvSpPr>
                  <p:cNvPr id="79" name="Google Shape;79;p13"/>
                  <p:cNvSpPr/>
                  <p:nvPr/>
                </p:nvSpPr>
                <p:spPr>
                  <a:xfrm>
                    <a:off x="7286940" y="4173378"/>
                    <a:ext cx="174307" cy="31813"/>
                  </a:xfrm>
                  <a:custGeom>
                    <a:rect b="b" l="l" r="r" t="t"/>
                    <a:pathLst>
                      <a:path extrusionOk="0" h="31813" w="174307">
                        <a:moveTo>
                          <a:pt x="174308" y="23527"/>
                        </a:moveTo>
                        <a:lnTo>
                          <a:pt x="165259" y="31813"/>
                        </a:lnTo>
                        <a:lnTo>
                          <a:pt x="0" y="8192"/>
                        </a:lnTo>
                        <a:lnTo>
                          <a:pt x="9239" y="0"/>
                        </a:lnTo>
                        <a:lnTo>
                          <a:pt x="174308" y="2352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80" name="Google Shape;80;p13"/>
                  <p:cNvSpPr/>
                  <p:nvPr/>
                </p:nvSpPr>
                <p:spPr>
                  <a:xfrm>
                    <a:off x="10843480" y="4679251"/>
                    <a:ext cx="202787" cy="38290"/>
                  </a:xfrm>
                  <a:custGeom>
                    <a:rect b="b" l="l" r="r" t="t"/>
                    <a:pathLst>
                      <a:path extrusionOk="0" h="38290" w="202787">
                        <a:moveTo>
                          <a:pt x="202787" y="28385"/>
                        </a:moveTo>
                        <a:lnTo>
                          <a:pt x="199072" y="38291"/>
                        </a:lnTo>
                        <a:lnTo>
                          <a:pt x="0" y="9906"/>
                        </a:lnTo>
                        <a:lnTo>
                          <a:pt x="4000" y="0"/>
                        </a:lnTo>
                        <a:lnTo>
                          <a:pt x="202787" y="2838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81" name="Google Shape;81;p13"/>
                <p:cNvGrpSpPr/>
                <p:nvPr/>
              </p:nvGrpSpPr>
              <p:grpSpPr>
                <a:xfrm>
                  <a:off x="7208644" y="4253769"/>
                  <a:ext cx="3858863" cy="368808"/>
                  <a:chOff x="7208644" y="4253769"/>
                  <a:chExt cx="3858863" cy="368808"/>
                </a:xfrm>
              </p:grpSpPr>
              <p:sp>
                <p:nvSpPr>
                  <p:cNvPr id="82" name="Google Shape;82;p13"/>
                  <p:cNvSpPr/>
                  <p:nvPr/>
                </p:nvSpPr>
                <p:spPr>
                  <a:xfrm>
                    <a:off x="7208644" y="4253769"/>
                    <a:ext cx="182213" cy="25050"/>
                  </a:xfrm>
                  <a:custGeom>
                    <a:rect b="b" l="l" r="r" t="t"/>
                    <a:pathLst>
                      <a:path extrusionOk="0" h="25050" w="182213">
                        <a:moveTo>
                          <a:pt x="182213" y="16288"/>
                        </a:moveTo>
                        <a:lnTo>
                          <a:pt x="174974" y="25051"/>
                        </a:lnTo>
                        <a:lnTo>
                          <a:pt x="0" y="8668"/>
                        </a:lnTo>
                        <a:lnTo>
                          <a:pt x="7334" y="0"/>
                        </a:lnTo>
                        <a:lnTo>
                          <a:pt x="182213" y="1628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83" name="Google Shape;83;p13"/>
                  <p:cNvSpPr/>
                  <p:nvPr/>
                </p:nvSpPr>
                <p:spPr>
                  <a:xfrm>
                    <a:off x="10868054" y="4594288"/>
                    <a:ext cx="199453" cy="28289"/>
                  </a:xfrm>
                  <a:custGeom>
                    <a:rect b="b" l="l" r="r" t="t"/>
                    <a:pathLst>
                      <a:path extrusionOk="0" h="28289" w="199453">
                        <a:moveTo>
                          <a:pt x="199454" y="18383"/>
                        </a:moveTo>
                        <a:lnTo>
                          <a:pt x="198311" y="28289"/>
                        </a:lnTo>
                        <a:lnTo>
                          <a:pt x="0" y="9811"/>
                        </a:lnTo>
                        <a:lnTo>
                          <a:pt x="1429" y="0"/>
                        </a:lnTo>
                        <a:lnTo>
                          <a:pt x="199454" y="1838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84" name="Google Shape;84;p13"/>
                <p:cNvGrpSpPr/>
                <p:nvPr/>
              </p:nvGrpSpPr>
              <p:grpSpPr>
                <a:xfrm>
                  <a:off x="7147875" y="4338637"/>
                  <a:ext cx="3919442" cy="190024"/>
                  <a:chOff x="7147875" y="4338637"/>
                  <a:chExt cx="3919442" cy="190024"/>
                </a:xfrm>
              </p:grpSpPr>
              <p:sp>
                <p:nvSpPr>
                  <p:cNvPr id="85" name="Google Shape;85;p13"/>
                  <p:cNvSpPr/>
                  <p:nvPr/>
                </p:nvSpPr>
                <p:spPr>
                  <a:xfrm>
                    <a:off x="7147875" y="4338637"/>
                    <a:ext cx="188690" cy="17525"/>
                  </a:xfrm>
                  <a:custGeom>
                    <a:rect b="b" l="l" r="r" t="t"/>
                    <a:pathLst>
                      <a:path extrusionOk="0" h="17525" w="188690">
                        <a:moveTo>
                          <a:pt x="188690" y="8382"/>
                        </a:moveTo>
                        <a:lnTo>
                          <a:pt x="183452" y="17526"/>
                        </a:lnTo>
                        <a:lnTo>
                          <a:pt x="0" y="9049"/>
                        </a:lnTo>
                        <a:lnTo>
                          <a:pt x="5525" y="0"/>
                        </a:lnTo>
                        <a:lnTo>
                          <a:pt x="188690" y="838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86" name="Google Shape;86;p13"/>
                  <p:cNvSpPr/>
                  <p:nvPr/>
                </p:nvSpPr>
                <p:spPr>
                  <a:xfrm>
                    <a:off x="10871102" y="4509897"/>
                    <a:ext cx="196215" cy="18764"/>
                  </a:xfrm>
                  <a:custGeom>
                    <a:rect b="b" l="l" r="r" t="t"/>
                    <a:pathLst>
                      <a:path extrusionOk="0" h="18764" w="196215">
                        <a:moveTo>
                          <a:pt x="194977" y="9049"/>
                        </a:moveTo>
                        <a:lnTo>
                          <a:pt x="196215" y="18764"/>
                        </a:lnTo>
                        <a:lnTo>
                          <a:pt x="762" y="9715"/>
                        </a:lnTo>
                        <a:lnTo>
                          <a:pt x="0" y="0"/>
                        </a:lnTo>
                        <a:lnTo>
                          <a:pt x="194977" y="904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87" name="Google Shape;87;p13"/>
                <p:cNvGrpSpPr/>
                <p:nvPr/>
              </p:nvGrpSpPr>
              <p:grpSpPr>
                <a:xfrm>
                  <a:off x="7085391" y="4338637"/>
                  <a:ext cx="3919346" cy="190023"/>
                  <a:chOff x="7085391" y="4338637"/>
                  <a:chExt cx="3919346" cy="190023"/>
                </a:xfrm>
              </p:grpSpPr>
              <p:sp>
                <p:nvSpPr>
                  <p:cNvPr id="88" name="Google Shape;88;p13"/>
                  <p:cNvSpPr/>
                  <p:nvPr/>
                </p:nvSpPr>
                <p:spPr>
                  <a:xfrm>
                    <a:off x="7085391" y="4509992"/>
                    <a:ext cx="196214" cy="18668"/>
                  </a:xfrm>
                  <a:custGeom>
                    <a:rect b="b" l="l" r="r" t="t"/>
                    <a:pathLst>
                      <a:path extrusionOk="0" h="18668" w="196214">
                        <a:moveTo>
                          <a:pt x="196215" y="0"/>
                        </a:moveTo>
                        <a:lnTo>
                          <a:pt x="195358" y="9620"/>
                        </a:lnTo>
                        <a:lnTo>
                          <a:pt x="0" y="18669"/>
                        </a:lnTo>
                        <a:lnTo>
                          <a:pt x="1143" y="8954"/>
                        </a:lnTo>
                        <a:lnTo>
                          <a:pt x="19621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89" name="Google Shape;89;p13"/>
                  <p:cNvSpPr/>
                  <p:nvPr/>
                </p:nvSpPr>
                <p:spPr>
                  <a:xfrm>
                    <a:off x="10816143" y="4338637"/>
                    <a:ext cx="188594" cy="17621"/>
                  </a:xfrm>
                  <a:custGeom>
                    <a:rect b="b" l="l" r="r" t="t"/>
                    <a:pathLst>
                      <a:path extrusionOk="0" h="17621" w="188594">
                        <a:moveTo>
                          <a:pt x="183071" y="0"/>
                        </a:moveTo>
                        <a:lnTo>
                          <a:pt x="188595" y="9049"/>
                        </a:lnTo>
                        <a:lnTo>
                          <a:pt x="5143" y="17621"/>
                        </a:lnTo>
                        <a:lnTo>
                          <a:pt x="0" y="8382"/>
                        </a:lnTo>
                        <a:lnTo>
                          <a:pt x="18307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90" name="Google Shape;90;p13"/>
                <p:cNvGrpSpPr/>
                <p:nvPr/>
              </p:nvGrpSpPr>
              <p:grpSpPr>
                <a:xfrm>
                  <a:off x="7085105" y="4253769"/>
                  <a:ext cx="3858958" cy="368808"/>
                  <a:chOff x="7085105" y="4253769"/>
                  <a:chExt cx="3858958" cy="368808"/>
                </a:xfrm>
              </p:grpSpPr>
              <p:sp>
                <p:nvSpPr>
                  <p:cNvPr id="91" name="Google Shape;91;p13"/>
                  <p:cNvSpPr/>
                  <p:nvPr/>
                </p:nvSpPr>
                <p:spPr>
                  <a:xfrm>
                    <a:off x="7085105" y="4594288"/>
                    <a:ext cx="199548" cy="28289"/>
                  </a:xfrm>
                  <a:custGeom>
                    <a:rect b="b" l="l" r="r" t="t"/>
                    <a:pathLst>
                      <a:path extrusionOk="0" h="28289" w="199548">
                        <a:moveTo>
                          <a:pt x="198120" y="0"/>
                        </a:moveTo>
                        <a:lnTo>
                          <a:pt x="199549" y="9811"/>
                        </a:lnTo>
                        <a:lnTo>
                          <a:pt x="1143" y="28289"/>
                        </a:lnTo>
                        <a:lnTo>
                          <a:pt x="0" y="18383"/>
                        </a:lnTo>
                        <a:lnTo>
                          <a:pt x="19812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92" name="Google Shape;92;p13"/>
                  <p:cNvSpPr/>
                  <p:nvPr/>
                </p:nvSpPr>
                <p:spPr>
                  <a:xfrm>
                    <a:off x="10761850" y="4253769"/>
                    <a:ext cx="182213" cy="25050"/>
                  </a:xfrm>
                  <a:custGeom>
                    <a:rect b="b" l="l" r="r" t="t"/>
                    <a:pathLst>
                      <a:path extrusionOk="0" h="25050" w="182213">
                        <a:moveTo>
                          <a:pt x="174784" y="0"/>
                        </a:moveTo>
                        <a:lnTo>
                          <a:pt x="182213" y="8668"/>
                        </a:lnTo>
                        <a:lnTo>
                          <a:pt x="7144" y="25051"/>
                        </a:lnTo>
                        <a:lnTo>
                          <a:pt x="0" y="16288"/>
                        </a:lnTo>
                        <a:lnTo>
                          <a:pt x="174784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93" name="Google Shape;93;p13"/>
                <p:cNvGrpSpPr/>
                <p:nvPr/>
              </p:nvGrpSpPr>
              <p:grpSpPr>
                <a:xfrm>
                  <a:off x="7106441" y="4173378"/>
                  <a:ext cx="3759422" cy="544163"/>
                  <a:chOff x="7106441" y="4173378"/>
                  <a:chExt cx="3759422" cy="544163"/>
                </a:xfrm>
              </p:grpSpPr>
              <p:sp>
                <p:nvSpPr>
                  <p:cNvPr id="94" name="Google Shape;94;p13"/>
                  <p:cNvSpPr/>
                  <p:nvPr/>
                </p:nvSpPr>
                <p:spPr>
                  <a:xfrm>
                    <a:off x="7106441" y="4679251"/>
                    <a:ext cx="202787" cy="38290"/>
                  </a:xfrm>
                  <a:custGeom>
                    <a:rect b="b" l="l" r="r" t="t"/>
                    <a:pathLst>
                      <a:path extrusionOk="0" h="38290" w="202787">
                        <a:moveTo>
                          <a:pt x="198882" y="0"/>
                        </a:moveTo>
                        <a:lnTo>
                          <a:pt x="202787" y="9906"/>
                        </a:lnTo>
                        <a:lnTo>
                          <a:pt x="3619" y="38291"/>
                        </a:lnTo>
                        <a:lnTo>
                          <a:pt x="0" y="28385"/>
                        </a:lnTo>
                        <a:lnTo>
                          <a:pt x="19888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95" name="Google Shape;95;p13"/>
                  <p:cNvSpPr/>
                  <p:nvPr/>
                </p:nvSpPr>
                <p:spPr>
                  <a:xfrm>
                    <a:off x="10691461" y="4173378"/>
                    <a:ext cx="174402" cy="31813"/>
                  </a:xfrm>
                  <a:custGeom>
                    <a:rect b="b" l="l" r="r" t="t"/>
                    <a:pathLst>
                      <a:path extrusionOk="0" h="31813" w="174402">
                        <a:moveTo>
                          <a:pt x="165163" y="0"/>
                        </a:moveTo>
                        <a:lnTo>
                          <a:pt x="174403" y="8287"/>
                        </a:lnTo>
                        <a:lnTo>
                          <a:pt x="8954" y="31813"/>
                        </a:lnTo>
                        <a:lnTo>
                          <a:pt x="0" y="23527"/>
                        </a:lnTo>
                        <a:lnTo>
                          <a:pt x="165163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96" name="Google Shape;96;p13"/>
                <p:cNvGrpSpPr/>
                <p:nvPr/>
              </p:nvGrpSpPr>
              <p:grpSpPr>
                <a:xfrm>
                  <a:off x="7151589" y="4098035"/>
                  <a:ext cx="3619690" cy="714280"/>
                  <a:chOff x="7151589" y="4098035"/>
                  <a:chExt cx="3619690" cy="714280"/>
                </a:xfrm>
              </p:grpSpPr>
              <p:sp>
                <p:nvSpPr>
                  <p:cNvPr id="97" name="Google Shape;97;p13"/>
                  <p:cNvSpPr/>
                  <p:nvPr/>
                </p:nvSpPr>
                <p:spPr>
                  <a:xfrm>
                    <a:off x="7151589" y="4764024"/>
                    <a:ext cx="203454" cy="48291"/>
                  </a:xfrm>
                  <a:custGeom>
                    <a:rect b="b" l="l" r="r" t="t"/>
                    <a:pathLst>
                      <a:path extrusionOk="0" h="48291" w="203454">
                        <a:moveTo>
                          <a:pt x="197072" y="0"/>
                        </a:moveTo>
                        <a:lnTo>
                          <a:pt x="203454" y="9811"/>
                        </a:lnTo>
                        <a:lnTo>
                          <a:pt x="6191" y="48292"/>
                        </a:lnTo>
                        <a:lnTo>
                          <a:pt x="0" y="38481"/>
                        </a:lnTo>
                        <a:lnTo>
                          <a:pt x="19707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98" name="Google Shape;98;p13"/>
                  <p:cNvSpPr/>
                  <p:nvPr/>
                </p:nvSpPr>
                <p:spPr>
                  <a:xfrm>
                    <a:off x="10606307" y="4098035"/>
                    <a:ext cx="164972" cy="37814"/>
                  </a:xfrm>
                  <a:custGeom>
                    <a:rect b="b" l="l" r="r" t="t"/>
                    <a:pathLst>
                      <a:path extrusionOk="0" h="37814" w="164972">
                        <a:moveTo>
                          <a:pt x="154210" y="0"/>
                        </a:moveTo>
                        <a:lnTo>
                          <a:pt x="164973" y="7715"/>
                        </a:lnTo>
                        <a:lnTo>
                          <a:pt x="10573" y="37814"/>
                        </a:lnTo>
                        <a:lnTo>
                          <a:pt x="0" y="30099"/>
                        </a:lnTo>
                        <a:lnTo>
                          <a:pt x="15421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99" name="Google Shape;99;p13"/>
                <p:cNvGrpSpPr/>
                <p:nvPr/>
              </p:nvGrpSpPr>
              <p:grpSpPr>
                <a:xfrm>
                  <a:off x="7315324" y="3964209"/>
                  <a:ext cx="3224879" cy="1032129"/>
                  <a:chOff x="7315324" y="3964209"/>
                  <a:chExt cx="3224879" cy="1032129"/>
                </a:xfrm>
              </p:grpSpPr>
              <p:sp>
                <p:nvSpPr>
                  <p:cNvPr id="100" name="Google Shape;100;p13"/>
                  <p:cNvSpPr/>
                  <p:nvPr/>
                </p:nvSpPr>
                <p:spPr>
                  <a:xfrm>
                    <a:off x="7315324" y="4928044"/>
                    <a:ext cx="196405" cy="68294"/>
                  </a:xfrm>
                  <a:custGeom>
                    <a:rect b="b" l="l" r="r" t="t"/>
                    <a:pathLst>
                      <a:path extrusionOk="0" h="68294" w="196405">
                        <a:moveTo>
                          <a:pt x="184975" y="0"/>
                        </a:moveTo>
                        <a:lnTo>
                          <a:pt x="196406" y="9144"/>
                        </a:lnTo>
                        <a:lnTo>
                          <a:pt x="11240" y="68294"/>
                        </a:lnTo>
                        <a:lnTo>
                          <a:pt x="0" y="58960"/>
                        </a:lnTo>
                        <a:lnTo>
                          <a:pt x="18497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01" name="Google Shape;101;p13"/>
                  <p:cNvSpPr/>
                  <p:nvPr/>
                </p:nvSpPr>
                <p:spPr>
                  <a:xfrm>
                    <a:off x="10396852" y="3964209"/>
                    <a:ext cx="143351" cy="47910"/>
                  </a:xfrm>
                  <a:custGeom>
                    <a:rect b="b" l="l" r="r" t="t"/>
                    <a:pathLst>
                      <a:path extrusionOk="0" h="47910" w="143351">
                        <a:moveTo>
                          <a:pt x="129731" y="0"/>
                        </a:moveTo>
                        <a:lnTo>
                          <a:pt x="143351" y="6477"/>
                        </a:lnTo>
                        <a:lnTo>
                          <a:pt x="13430" y="47911"/>
                        </a:lnTo>
                        <a:lnTo>
                          <a:pt x="0" y="41339"/>
                        </a:lnTo>
                        <a:lnTo>
                          <a:pt x="12973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02" name="Google Shape;102;p13"/>
                <p:cNvGrpSpPr/>
                <p:nvPr/>
              </p:nvGrpSpPr>
              <p:grpSpPr>
                <a:xfrm>
                  <a:off x="7433720" y="3906392"/>
                  <a:ext cx="2972847" cy="1176243"/>
                  <a:chOff x="7433720" y="3906392"/>
                  <a:chExt cx="2972847" cy="1176243"/>
                </a:xfrm>
              </p:grpSpPr>
              <p:sp>
                <p:nvSpPr>
                  <p:cNvPr id="103" name="Google Shape;103;p13"/>
                  <p:cNvSpPr/>
                  <p:nvPr/>
                </p:nvSpPr>
                <p:spPr>
                  <a:xfrm>
                    <a:off x="7433720" y="5004911"/>
                    <a:ext cx="188595" cy="77724"/>
                  </a:xfrm>
                  <a:custGeom>
                    <a:rect b="b" l="l" r="r" t="t"/>
                    <a:pathLst>
                      <a:path extrusionOk="0" h="77724" w="188595">
                        <a:moveTo>
                          <a:pt x="174784" y="0"/>
                        </a:moveTo>
                        <a:lnTo>
                          <a:pt x="188595" y="8668"/>
                        </a:lnTo>
                        <a:lnTo>
                          <a:pt x="13811" y="77724"/>
                        </a:lnTo>
                        <a:lnTo>
                          <a:pt x="0" y="68961"/>
                        </a:lnTo>
                        <a:lnTo>
                          <a:pt x="174784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04" name="Google Shape;104;p13"/>
                  <p:cNvSpPr/>
                  <p:nvPr/>
                </p:nvSpPr>
                <p:spPr>
                  <a:xfrm>
                    <a:off x="10275218" y="3906392"/>
                    <a:ext cx="131349" cy="51911"/>
                  </a:xfrm>
                  <a:custGeom>
                    <a:rect b="b" l="l" r="r" t="t"/>
                    <a:pathLst>
                      <a:path extrusionOk="0" h="51911" w="131349">
                        <a:moveTo>
                          <a:pt x="116681" y="0"/>
                        </a:moveTo>
                        <a:lnTo>
                          <a:pt x="131350" y="5715"/>
                        </a:lnTo>
                        <a:lnTo>
                          <a:pt x="14669" y="51911"/>
                        </a:lnTo>
                        <a:lnTo>
                          <a:pt x="0" y="46006"/>
                        </a:lnTo>
                        <a:lnTo>
                          <a:pt x="11668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05" name="Google Shape;105;p13"/>
                <p:cNvGrpSpPr/>
                <p:nvPr/>
              </p:nvGrpSpPr>
              <p:grpSpPr>
                <a:xfrm>
                  <a:off x="7575928" y="3854958"/>
                  <a:ext cx="2686907" cy="1308353"/>
                  <a:chOff x="7575928" y="3854958"/>
                  <a:chExt cx="2686907" cy="1308353"/>
                </a:xfrm>
              </p:grpSpPr>
              <p:sp>
                <p:nvSpPr>
                  <p:cNvPr id="106" name="Google Shape;106;p13"/>
                  <p:cNvSpPr/>
                  <p:nvPr/>
                </p:nvSpPr>
                <p:spPr>
                  <a:xfrm>
                    <a:off x="7575928" y="5076634"/>
                    <a:ext cx="177545" cy="86677"/>
                  </a:xfrm>
                  <a:custGeom>
                    <a:rect b="b" l="l" r="r" t="t"/>
                    <a:pathLst>
                      <a:path extrusionOk="0" h="86677" w="177545">
                        <a:moveTo>
                          <a:pt x="161354" y="0"/>
                        </a:moveTo>
                        <a:lnTo>
                          <a:pt x="177546" y="8001"/>
                        </a:lnTo>
                        <a:lnTo>
                          <a:pt x="16288" y="86678"/>
                        </a:lnTo>
                        <a:lnTo>
                          <a:pt x="0" y="78581"/>
                        </a:lnTo>
                        <a:lnTo>
                          <a:pt x="161354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07" name="Google Shape;107;p13"/>
                  <p:cNvSpPr/>
                  <p:nvPr/>
                </p:nvSpPr>
                <p:spPr>
                  <a:xfrm>
                    <a:off x="10144154" y="3854958"/>
                    <a:ext cx="118681" cy="55340"/>
                  </a:xfrm>
                  <a:custGeom>
                    <a:rect b="b" l="l" r="r" t="t"/>
                    <a:pathLst>
                      <a:path extrusionOk="0" h="55340" w="118681">
                        <a:moveTo>
                          <a:pt x="102965" y="0"/>
                        </a:moveTo>
                        <a:lnTo>
                          <a:pt x="118682" y="5143"/>
                        </a:lnTo>
                        <a:lnTo>
                          <a:pt x="15716" y="55340"/>
                        </a:lnTo>
                        <a:lnTo>
                          <a:pt x="0" y="50101"/>
                        </a:lnTo>
                        <a:lnTo>
                          <a:pt x="10296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08" name="Google Shape;108;p13"/>
                <p:cNvGrpSpPr/>
                <p:nvPr/>
              </p:nvGrpSpPr>
              <p:grpSpPr>
                <a:xfrm>
                  <a:off x="7740520" y="3810190"/>
                  <a:ext cx="2369820" cy="1426654"/>
                  <a:chOff x="7740520" y="3810190"/>
                  <a:chExt cx="2369820" cy="1426654"/>
                </a:xfrm>
              </p:grpSpPr>
              <p:sp>
                <p:nvSpPr>
                  <p:cNvPr id="109" name="Google Shape;109;p13"/>
                  <p:cNvSpPr/>
                  <p:nvPr/>
                </p:nvSpPr>
                <p:spPr>
                  <a:xfrm>
                    <a:off x="7740520" y="5142071"/>
                    <a:ext cx="163449" cy="94773"/>
                  </a:xfrm>
                  <a:custGeom>
                    <a:rect b="b" l="l" r="r" t="t"/>
                    <a:pathLst>
                      <a:path extrusionOk="0" h="94773" w="163449">
                        <a:moveTo>
                          <a:pt x="145066" y="0"/>
                        </a:moveTo>
                        <a:lnTo>
                          <a:pt x="163449" y="7144"/>
                        </a:lnTo>
                        <a:lnTo>
                          <a:pt x="18574" y="94774"/>
                        </a:lnTo>
                        <a:lnTo>
                          <a:pt x="0" y="87439"/>
                        </a:lnTo>
                        <a:lnTo>
                          <a:pt x="145066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10" name="Google Shape;110;p13"/>
                  <p:cNvSpPr/>
                  <p:nvPr/>
                </p:nvSpPr>
                <p:spPr>
                  <a:xfrm>
                    <a:off x="10004994" y="3810190"/>
                    <a:ext cx="105346" cy="58102"/>
                  </a:xfrm>
                  <a:custGeom>
                    <a:rect b="b" l="l" r="r" t="t"/>
                    <a:pathLst>
                      <a:path extrusionOk="0" h="58102" w="105346">
                        <a:moveTo>
                          <a:pt x="88868" y="0"/>
                        </a:moveTo>
                        <a:lnTo>
                          <a:pt x="105346" y="4381"/>
                        </a:lnTo>
                        <a:lnTo>
                          <a:pt x="16478" y="58102"/>
                        </a:lnTo>
                        <a:lnTo>
                          <a:pt x="0" y="53626"/>
                        </a:lnTo>
                        <a:lnTo>
                          <a:pt x="8886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11" name="Google Shape;111;p13"/>
                <p:cNvGrpSpPr/>
                <p:nvPr/>
              </p:nvGrpSpPr>
              <p:grpSpPr>
                <a:xfrm>
                  <a:off x="8129521" y="3741038"/>
                  <a:ext cx="1655254" cy="1615726"/>
                  <a:chOff x="8129521" y="3741038"/>
                  <a:chExt cx="1655254" cy="1615726"/>
                </a:xfrm>
              </p:grpSpPr>
              <p:sp>
                <p:nvSpPr>
                  <p:cNvPr id="112" name="Google Shape;112;p13"/>
                  <p:cNvSpPr/>
                  <p:nvPr/>
                </p:nvSpPr>
                <p:spPr>
                  <a:xfrm>
                    <a:off x="8129521" y="5249132"/>
                    <a:ext cx="126111" cy="107632"/>
                  </a:xfrm>
                  <a:custGeom>
                    <a:rect b="b" l="l" r="r" t="t"/>
                    <a:pathLst>
                      <a:path extrusionOk="0" h="107632" w="126111">
                        <a:moveTo>
                          <a:pt x="104108" y="0"/>
                        </a:moveTo>
                        <a:lnTo>
                          <a:pt x="126111" y="5144"/>
                        </a:lnTo>
                        <a:lnTo>
                          <a:pt x="22289" y="107633"/>
                        </a:lnTo>
                        <a:lnTo>
                          <a:pt x="0" y="102394"/>
                        </a:lnTo>
                        <a:lnTo>
                          <a:pt x="10410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13" name="Google Shape;113;p13"/>
                  <p:cNvSpPr/>
                  <p:nvPr/>
                </p:nvSpPr>
                <p:spPr>
                  <a:xfrm>
                    <a:off x="9707147" y="3741038"/>
                    <a:ext cx="77628" cy="61912"/>
                  </a:xfrm>
                  <a:custGeom>
                    <a:rect b="b" l="l" r="r" t="t"/>
                    <a:pathLst>
                      <a:path extrusionOk="0" h="61912" w="77628">
                        <a:moveTo>
                          <a:pt x="60008" y="0"/>
                        </a:moveTo>
                        <a:lnTo>
                          <a:pt x="77629" y="2858"/>
                        </a:lnTo>
                        <a:lnTo>
                          <a:pt x="17907" y="61913"/>
                        </a:lnTo>
                        <a:lnTo>
                          <a:pt x="0" y="58865"/>
                        </a:lnTo>
                        <a:lnTo>
                          <a:pt x="6000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14" name="Google Shape;114;p13"/>
                <p:cNvGrpSpPr/>
                <p:nvPr/>
              </p:nvGrpSpPr>
              <p:grpSpPr>
                <a:xfrm>
                  <a:off x="8348596" y="3716750"/>
                  <a:ext cx="1265587" cy="1684020"/>
                  <a:chOff x="8348596" y="3716750"/>
                  <a:chExt cx="1265587" cy="1684020"/>
                </a:xfrm>
              </p:grpSpPr>
              <p:sp>
                <p:nvSpPr>
                  <p:cNvPr id="115" name="Google Shape;115;p13"/>
                  <p:cNvSpPr/>
                  <p:nvPr/>
                </p:nvSpPr>
                <p:spPr>
                  <a:xfrm>
                    <a:off x="8348596" y="5288661"/>
                    <a:ext cx="103632" cy="112109"/>
                  </a:xfrm>
                  <a:custGeom>
                    <a:rect b="b" l="l" r="r" t="t"/>
                    <a:pathLst>
                      <a:path extrusionOk="0" h="112109" w="103632">
                        <a:moveTo>
                          <a:pt x="80296" y="0"/>
                        </a:moveTo>
                        <a:lnTo>
                          <a:pt x="103632" y="3905"/>
                        </a:lnTo>
                        <a:lnTo>
                          <a:pt x="23813" y="112109"/>
                        </a:lnTo>
                        <a:lnTo>
                          <a:pt x="0" y="108013"/>
                        </a:lnTo>
                        <a:lnTo>
                          <a:pt x="80296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16" name="Google Shape;116;p13"/>
                  <p:cNvSpPr/>
                  <p:nvPr/>
                </p:nvSpPr>
                <p:spPr>
                  <a:xfrm>
                    <a:off x="9550937" y="3716750"/>
                    <a:ext cx="63246" cy="62960"/>
                  </a:xfrm>
                  <a:custGeom>
                    <a:rect b="b" l="l" r="r" t="t"/>
                    <a:pathLst>
                      <a:path extrusionOk="0" h="62960" w="63246">
                        <a:moveTo>
                          <a:pt x="45149" y="0"/>
                        </a:moveTo>
                        <a:lnTo>
                          <a:pt x="63246" y="2191"/>
                        </a:lnTo>
                        <a:lnTo>
                          <a:pt x="18288" y="62960"/>
                        </a:lnTo>
                        <a:lnTo>
                          <a:pt x="0" y="60674"/>
                        </a:lnTo>
                        <a:lnTo>
                          <a:pt x="45149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17" name="Google Shape;117;p13"/>
                <p:cNvGrpSpPr/>
                <p:nvPr/>
              </p:nvGrpSpPr>
              <p:grpSpPr>
                <a:xfrm>
                  <a:off x="8579863" y="3699414"/>
                  <a:ext cx="860107" cy="1733264"/>
                  <a:chOff x="8579863" y="3699414"/>
                  <a:chExt cx="860107" cy="1733264"/>
                </a:xfrm>
              </p:grpSpPr>
              <p:sp>
                <p:nvSpPr>
                  <p:cNvPr id="118" name="Google Shape;118;p13"/>
                  <p:cNvSpPr/>
                  <p:nvPr/>
                </p:nvSpPr>
                <p:spPr>
                  <a:xfrm>
                    <a:off x="8579863" y="5317712"/>
                    <a:ext cx="78962" cy="114966"/>
                  </a:xfrm>
                  <a:custGeom>
                    <a:rect b="b" l="l" r="r" t="t"/>
                    <a:pathLst>
                      <a:path extrusionOk="0" h="114966" w="78962">
                        <a:moveTo>
                          <a:pt x="54578" y="0"/>
                        </a:moveTo>
                        <a:lnTo>
                          <a:pt x="78962" y="2762"/>
                        </a:lnTo>
                        <a:lnTo>
                          <a:pt x="24765" y="114967"/>
                        </a:lnTo>
                        <a:lnTo>
                          <a:pt x="0" y="112205"/>
                        </a:lnTo>
                        <a:lnTo>
                          <a:pt x="5457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19" name="Google Shape;119;p13"/>
                  <p:cNvSpPr/>
                  <p:nvPr/>
                </p:nvSpPr>
                <p:spPr>
                  <a:xfrm>
                    <a:off x="9391393" y="3699414"/>
                    <a:ext cx="48577" cy="63627"/>
                  </a:xfrm>
                  <a:custGeom>
                    <a:rect b="b" l="l" r="r" t="t"/>
                    <a:pathLst>
                      <a:path extrusionOk="0" h="63627" w="48577">
                        <a:moveTo>
                          <a:pt x="30099" y="0"/>
                        </a:moveTo>
                        <a:lnTo>
                          <a:pt x="48578" y="1524"/>
                        </a:lnTo>
                        <a:lnTo>
                          <a:pt x="18669" y="63627"/>
                        </a:lnTo>
                        <a:lnTo>
                          <a:pt x="0" y="62008"/>
                        </a:lnTo>
                        <a:lnTo>
                          <a:pt x="30099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20" name="Google Shape;120;p13"/>
                <p:cNvGrpSpPr/>
                <p:nvPr/>
              </p:nvGrpSpPr>
              <p:grpSpPr>
                <a:xfrm>
                  <a:off x="8819417" y="3689222"/>
                  <a:ext cx="444055" cy="1762601"/>
                  <a:chOff x="8819417" y="3689222"/>
                  <a:chExt cx="444055" cy="1762601"/>
                </a:xfrm>
              </p:grpSpPr>
              <p:sp>
                <p:nvSpPr>
                  <p:cNvPr id="121" name="Google Shape;121;p13"/>
                  <p:cNvSpPr/>
                  <p:nvPr/>
                </p:nvSpPr>
                <p:spPr>
                  <a:xfrm>
                    <a:off x="8819417" y="5335714"/>
                    <a:ext cx="52768" cy="116109"/>
                  </a:xfrm>
                  <a:custGeom>
                    <a:rect b="b" l="l" r="r" t="t"/>
                    <a:pathLst>
                      <a:path extrusionOk="0" h="116109" w="52768">
                        <a:moveTo>
                          <a:pt x="27813" y="0"/>
                        </a:moveTo>
                        <a:lnTo>
                          <a:pt x="52769" y="1334"/>
                        </a:lnTo>
                        <a:lnTo>
                          <a:pt x="25432" y="116110"/>
                        </a:lnTo>
                        <a:lnTo>
                          <a:pt x="0" y="114776"/>
                        </a:lnTo>
                        <a:lnTo>
                          <a:pt x="27813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22" name="Google Shape;122;p13"/>
                  <p:cNvSpPr/>
                  <p:nvPr/>
                </p:nvSpPr>
                <p:spPr>
                  <a:xfrm>
                    <a:off x="9229659" y="3689222"/>
                    <a:ext cx="33813" cy="63627"/>
                  </a:xfrm>
                  <a:custGeom>
                    <a:rect b="b" l="l" r="r" t="t"/>
                    <a:pathLst>
                      <a:path extrusionOk="0" h="63627" w="33813">
                        <a:moveTo>
                          <a:pt x="15145" y="0"/>
                        </a:moveTo>
                        <a:lnTo>
                          <a:pt x="33814" y="762"/>
                        </a:lnTo>
                        <a:lnTo>
                          <a:pt x="18859" y="63627"/>
                        </a:lnTo>
                        <a:lnTo>
                          <a:pt x="0" y="62865"/>
                        </a:lnTo>
                        <a:lnTo>
                          <a:pt x="1514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23" name="Google Shape;123;p13"/>
                <p:cNvGrpSpPr/>
                <p:nvPr/>
              </p:nvGrpSpPr>
              <p:grpSpPr>
                <a:xfrm>
                  <a:off x="8950386" y="3693985"/>
                  <a:ext cx="217836" cy="1748980"/>
                  <a:chOff x="8950386" y="3693985"/>
                  <a:chExt cx="217836" cy="1748980"/>
                </a:xfrm>
              </p:grpSpPr>
              <p:sp>
                <p:nvSpPr>
                  <p:cNvPr id="124" name="Google Shape;124;p13"/>
                  <p:cNvSpPr/>
                  <p:nvPr/>
                </p:nvSpPr>
                <p:spPr>
                  <a:xfrm>
                    <a:off x="8950386" y="5404199"/>
                    <a:ext cx="15906" cy="38766"/>
                  </a:xfrm>
                  <a:custGeom>
                    <a:rect b="b" l="l" r="r" t="t"/>
                    <a:pathLst>
                      <a:path extrusionOk="0" h="38766" w="15906">
                        <a:moveTo>
                          <a:pt x="11335" y="38767"/>
                        </a:moveTo>
                        <a:lnTo>
                          <a:pt x="0" y="38481"/>
                        </a:lnTo>
                        <a:lnTo>
                          <a:pt x="4667" y="0"/>
                        </a:lnTo>
                        <a:lnTo>
                          <a:pt x="15907" y="286"/>
                        </a:lnTo>
                        <a:lnTo>
                          <a:pt x="11335" y="3876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25" name="Google Shape;125;p13"/>
                  <p:cNvSpPr/>
                  <p:nvPr/>
                </p:nvSpPr>
                <p:spPr>
                  <a:xfrm>
                    <a:off x="9157459" y="3693985"/>
                    <a:ext cx="10763" cy="20859"/>
                  </a:xfrm>
                  <a:custGeom>
                    <a:rect b="b" l="l" r="r" t="t"/>
                    <a:pathLst>
                      <a:path extrusionOk="0" h="20859" w="10763">
                        <a:moveTo>
                          <a:pt x="2477" y="0"/>
                        </a:moveTo>
                        <a:lnTo>
                          <a:pt x="10763" y="95"/>
                        </a:lnTo>
                        <a:lnTo>
                          <a:pt x="8287" y="20860"/>
                        </a:lnTo>
                        <a:lnTo>
                          <a:pt x="0" y="20669"/>
                        </a:lnTo>
                        <a:lnTo>
                          <a:pt x="2477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26" name="Google Shape;126;p13"/>
                <p:cNvGrpSpPr/>
                <p:nvPr/>
              </p:nvGrpSpPr>
              <p:grpSpPr>
                <a:xfrm>
                  <a:off x="8983723" y="3693985"/>
                  <a:ext cx="219456" cy="1748980"/>
                  <a:chOff x="8983723" y="3693985"/>
                  <a:chExt cx="219456" cy="1748980"/>
                </a:xfrm>
              </p:grpSpPr>
              <p:sp>
                <p:nvSpPr>
                  <p:cNvPr id="127" name="Google Shape;127;p13"/>
                  <p:cNvSpPr/>
                  <p:nvPr/>
                </p:nvSpPr>
                <p:spPr>
                  <a:xfrm>
                    <a:off x="9187368" y="5404199"/>
                    <a:ext cx="15811" cy="38766"/>
                  </a:xfrm>
                  <a:custGeom>
                    <a:rect b="b" l="l" r="r" t="t"/>
                    <a:pathLst>
                      <a:path extrusionOk="0" h="38766" w="15811">
                        <a:moveTo>
                          <a:pt x="15812" y="38481"/>
                        </a:moveTo>
                        <a:lnTo>
                          <a:pt x="4477" y="38767"/>
                        </a:lnTo>
                        <a:lnTo>
                          <a:pt x="0" y="286"/>
                        </a:lnTo>
                        <a:lnTo>
                          <a:pt x="11144" y="0"/>
                        </a:lnTo>
                        <a:lnTo>
                          <a:pt x="15812" y="3848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28" name="Google Shape;128;p13"/>
                  <p:cNvSpPr/>
                  <p:nvPr/>
                </p:nvSpPr>
                <p:spPr>
                  <a:xfrm>
                    <a:off x="8983723" y="3693985"/>
                    <a:ext cx="10763" cy="20859"/>
                  </a:xfrm>
                  <a:custGeom>
                    <a:rect b="b" l="l" r="r" t="t"/>
                    <a:pathLst>
                      <a:path extrusionOk="0" h="20859" w="10763">
                        <a:moveTo>
                          <a:pt x="0" y="191"/>
                        </a:moveTo>
                        <a:lnTo>
                          <a:pt x="8287" y="0"/>
                        </a:lnTo>
                        <a:lnTo>
                          <a:pt x="10763" y="20669"/>
                        </a:lnTo>
                        <a:lnTo>
                          <a:pt x="2477" y="20860"/>
                        </a:lnTo>
                        <a:lnTo>
                          <a:pt x="0" y="1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29" name="Google Shape;129;p13"/>
                <p:cNvGrpSpPr/>
                <p:nvPr/>
              </p:nvGrpSpPr>
              <p:grpSpPr>
                <a:xfrm>
                  <a:off x="8808082" y="3700843"/>
                  <a:ext cx="634365" cy="1729263"/>
                  <a:chOff x="8808082" y="3700843"/>
                  <a:chExt cx="634365" cy="1729263"/>
                </a:xfrm>
              </p:grpSpPr>
              <p:sp>
                <p:nvSpPr>
                  <p:cNvPr id="130" name="Google Shape;130;p13"/>
                  <p:cNvSpPr/>
                  <p:nvPr/>
                </p:nvSpPr>
                <p:spPr>
                  <a:xfrm>
                    <a:off x="9417682" y="5391340"/>
                    <a:ext cx="24765" cy="38766"/>
                  </a:xfrm>
                  <a:custGeom>
                    <a:rect b="b" l="l" r="r" t="t"/>
                    <a:pathLst>
                      <a:path extrusionOk="0" h="38766" w="24765">
                        <a:moveTo>
                          <a:pt x="24765" y="37909"/>
                        </a:moveTo>
                        <a:lnTo>
                          <a:pt x="13621" y="38767"/>
                        </a:lnTo>
                        <a:lnTo>
                          <a:pt x="0" y="857"/>
                        </a:lnTo>
                        <a:lnTo>
                          <a:pt x="11049" y="0"/>
                        </a:lnTo>
                        <a:lnTo>
                          <a:pt x="24765" y="3790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31" name="Google Shape;131;p13"/>
                  <p:cNvSpPr/>
                  <p:nvPr/>
                </p:nvSpPr>
                <p:spPr>
                  <a:xfrm>
                    <a:off x="8808082" y="3700843"/>
                    <a:ext cx="15620" cy="20954"/>
                  </a:xfrm>
                  <a:custGeom>
                    <a:rect b="b" l="l" r="r" t="t"/>
                    <a:pathLst>
                      <a:path extrusionOk="0" h="20954" w="15620">
                        <a:moveTo>
                          <a:pt x="0" y="476"/>
                        </a:moveTo>
                        <a:lnTo>
                          <a:pt x="8192" y="0"/>
                        </a:lnTo>
                        <a:lnTo>
                          <a:pt x="15621" y="20479"/>
                        </a:lnTo>
                        <a:lnTo>
                          <a:pt x="7334" y="20955"/>
                        </a:lnTo>
                        <a:lnTo>
                          <a:pt x="0" y="47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32" name="Google Shape;132;p13"/>
                <p:cNvGrpSpPr/>
                <p:nvPr/>
              </p:nvGrpSpPr>
              <p:grpSpPr>
                <a:xfrm>
                  <a:off x="8634156" y="3714654"/>
                  <a:ext cx="1041463" cy="1689830"/>
                  <a:chOff x="8634156" y="3714654"/>
                  <a:chExt cx="1041463" cy="1689830"/>
                </a:xfrm>
              </p:grpSpPr>
              <p:sp>
                <p:nvSpPr>
                  <p:cNvPr id="133" name="Google Shape;133;p13"/>
                  <p:cNvSpPr/>
                  <p:nvPr/>
                </p:nvSpPr>
                <p:spPr>
                  <a:xfrm>
                    <a:off x="9642377" y="5366194"/>
                    <a:ext cx="33242" cy="38290"/>
                  </a:xfrm>
                  <a:custGeom>
                    <a:rect b="b" l="l" r="r" t="t"/>
                    <a:pathLst>
                      <a:path extrusionOk="0" h="38290" w="33242">
                        <a:moveTo>
                          <a:pt x="33242" y="36862"/>
                        </a:moveTo>
                        <a:lnTo>
                          <a:pt x="22479" y="38290"/>
                        </a:lnTo>
                        <a:lnTo>
                          <a:pt x="0" y="1619"/>
                        </a:lnTo>
                        <a:lnTo>
                          <a:pt x="10763" y="0"/>
                        </a:lnTo>
                        <a:lnTo>
                          <a:pt x="33242" y="3686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34" name="Google Shape;134;p13"/>
                  <p:cNvSpPr/>
                  <p:nvPr/>
                </p:nvSpPr>
                <p:spPr>
                  <a:xfrm>
                    <a:off x="8634156" y="3714654"/>
                    <a:ext cx="20478" cy="21050"/>
                  </a:xfrm>
                  <a:custGeom>
                    <a:rect b="b" l="l" r="r" t="t"/>
                    <a:pathLst>
                      <a:path extrusionOk="0" h="21050" w="20478">
                        <a:moveTo>
                          <a:pt x="0" y="857"/>
                        </a:moveTo>
                        <a:lnTo>
                          <a:pt x="8096" y="0"/>
                        </a:lnTo>
                        <a:lnTo>
                          <a:pt x="20479" y="20193"/>
                        </a:lnTo>
                        <a:lnTo>
                          <a:pt x="12287" y="21050"/>
                        </a:lnTo>
                        <a:lnTo>
                          <a:pt x="0" y="85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35" name="Google Shape;135;p13"/>
                <p:cNvGrpSpPr/>
                <p:nvPr/>
              </p:nvGrpSpPr>
              <p:grpSpPr>
                <a:xfrm>
                  <a:off x="8463182" y="3735514"/>
                  <a:ext cx="1435417" cy="1631156"/>
                  <a:chOff x="8463182" y="3735514"/>
                  <a:chExt cx="1435417" cy="1631156"/>
                </a:xfrm>
              </p:grpSpPr>
              <p:sp>
                <p:nvSpPr>
                  <p:cNvPr id="136" name="Google Shape;136;p13"/>
                  <p:cNvSpPr/>
                  <p:nvPr/>
                </p:nvSpPr>
                <p:spPr>
                  <a:xfrm>
                    <a:off x="9857642" y="5329523"/>
                    <a:ext cx="40957" cy="37147"/>
                  </a:xfrm>
                  <a:custGeom>
                    <a:rect b="b" l="l" r="r" t="t"/>
                    <a:pathLst>
                      <a:path extrusionOk="0" h="37147" w="40957">
                        <a:moveTo>
                          <a:pt x="40957" y="35052"/>
                        </a:moveTo>
                        <a:lnTo>
                          <a:pt x="30766" y="37147"/>
                        </a:lnTo>
                        <a:lnTo>
                          <a:pt x="0" y="2000"/>
                        </a:lnTo>
                        <a:lnTo>
                          <a:pt x="10287" y="0"/>
                        </a:lnTo>
                        <a:lnTo>
                          <a:pt x="40957" y="3505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37" name="Google Shape;137;p13"/>
                  <p:cNvSpPr/>
                  <p:nvPr/>
                </p:nvSpPr>
                <p:spPr>
                  <a:xfrm>
                    <a:off x="8463182" y="3735514"/>
                    <a:ext cx="25241" cy="20859"/>
                  </a:xfrm>
                  <a:custGeom>
                    <a:rect b="b" l="l" r="r" t="t"/>
                    <a:pathLst>
                      <a:path extrusionOk="0" h="20859" w="25241">
                        <a:moveTo>
                          <a:pt x="0" y="1048"/>
                        </a:moveTo>
                        <a:lnTo>
                          <a:pt x="8001" y="0"/>
                        </a:lnTo>
                        <a:lnTo>
                          <a:pt x="25241" y="19622"/>
                        </a:lnTo>
                        <a:lnTo>
                          <a:pt x="17240" y="20860"/>
                        </a:lnTo>
                        <a:lnTo>
                          <a:pt x="0" y="104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38" name="Google Shape;138;p13"/>
                <p:cNvGrpSpPr/>
                <p:nvPr/>
              </p:nvGrpSpPr>
              <p:grpSpPr>
                <a:xfrm>
                  <a:off x="8296399" y="3763137"/>
                  <a:ext cx="1811845" cy="1554289"/>
                  <a:chOff x="8296399" y="3763137"/>
                  <a:chExt cx="1811845" cy="1554289"/>
                </a:xfrm>
              </p:grpSpPr>
              <p:sp>
                <p:nvSpPr>
                  <p:cNvPr id="139" name="Google Shape;139;p13"/>
                  <p:cNvSpPr/>
                  <p:nvPr/>
                </p:nvSpPr>
                <p:spPr>
                  <a:xfrm>
                    <a:off x="10060334" y="5281898"/>
                    <a:ext cx="47910" cy="35528"/>
                  </a:xfrm>
                  <a:custGeom>
                    <a:rect b="b" l="l" r="r" t="t"/>
                    <a:pathLst>
                      <a:path extrusionOk="0" h="35528" w="47910">
                        <a:moveTo>
                          <a:pt x="47911" y="32957"/>
                        </a:moveTo>
                        <a:lnTo>
                          <a:pt x="38386" y="35528"/>
                        </a:lnTo>
                        <a:lnTo>
                          <a:pt x="0" y="2476"/>
                        </a:lnTo>
                        <a:lnTo>
                          <a:pt x="9525" y="0"/>
                        </a:lnTo>
                        <a:lnTo>
                          <a:pt x="47911" y="3295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40" name="Google Shape;140;p13"/>
                  <p:cNvSpPr/>
                  <p:nvPr/>
                </p:nvSpPr>
                <p:spPr>
                  <a:xfrm>
                    <a:off x="8296399" y="3763137"/>
                    <a:ext cx="29813" cy="20478"/>
                  </a:xfrm>
                  <a:custGeom>
                    <a:rect b="b" l="l" r="r" t="t"/>
                    <a:pathLst>
                      <a:path extrusionOk="0" h="20478" w="29813">
                        <a:moveTo>
                          <a:pt x="0" y="1524"/>
                        </a:moveTo>
                        <a:lnTo>
                          <a:pt x="7715" y="0"/>
                        </a:lnTo>
                        <a:lnTo>
                          <a:pt x="29813" y="19050"/>
                        </a:lnTo>
                        <a:lnTo>
                          <a:pt x="22098" y="20479"/>
                        </a:lnTo>
                        <a:lnTo>
                          <a:pt x="0" y="152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41" name="Google Shape;141;p13"/>
                <p:cNvGrpSpPr/>
                <p:nvPr/>
              </p:nvGrpSpPr>
              <p:grpSpPr>
                <a:xfrm>
                  <a:off x="8134855" y="3797712"/>
                  <a:ext cx="2166271" cy="1460182"/>
                  <a:chOff x="8134855" y="3797712"/>
                  <a:chExt cx="2166271" cy="1460182"/>
                </a:xfrm>
              </p:grpSpPr>
              <p:sp>
                <p:nvSpPr>
                  <p:cNvPr id="142" name="Google Shape;142;p13"/>
                  <p:cNvSpPr/>
                  <p:nvPr/>
                </p:nvSpPr>
                <p:spPr>
                  <a:xfrm>
                    <a:off x="10247405" y="5224367"/>
                    <a:ext cx="53721" cy="33527"/>
                  </a:xfrm>
                  <a:custGeom>
                    <a:rect b="b" l="l" r="r" t="t"/>
                    <a:pathLst>
                      <a:path extrusionOk="0" h="33527" w="53721">
                        <a:moveTo>
                          <a:pt x="53721" y="30385"/>
                        </a:moveTo>
                        <a:lnTo>
                          <a:pt x="45149" y="33528"/>
                        </a:lnTo>
                        <a:lnTo>
                          <a:pt x="0" y="3048"/>
                        </a:lnTo>
                        <a:lnTo>
                          <a:pt x="8668" y="0"/>
                        </a:lnTo>
                        <a:lnTo>
                          <a:pt x="53721" y="3038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43" name="Google Shape;143;p13"/>
                  <p:cNvSpPr/>
                  <p:nvPr/>
                </p:nvSpPr>
                <p:spPr>
                  <a:xfrm>
                    <a:off x="8134855" y="3797712"/>
                    <a:ext cx="34385" cy="20002"/>
                  </a:xfrm>
                  <a:custGeom>
                    <a:rect b="b" l="l" r="r" t="t"/>
                    <a:pathLst>
                      <a:path extrusionOk="0" h="20002" w="34385">
                        <a:moveTo>
                          <a:pt x="0" y="1810"/>
                        </a:moveTo>
                        <a:lnTo>
                          <a:pt x="7525" y="0"/>
                        </a:lnTo>
                        <a:lnTo>
                          <a:pt x="34385" y="18098"/>
                        </a:lnTo>
                        <a:lnTo>
                          <a:pt x="26956" y="20003"/>
                        </a:lnTo>
                        <a:lnTo>
                          <a:pt x="0" y="181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44" name="Google Shape;144;p13"/>
                <p:cNvGrpSpPr/>
                <p:nvPr/>
              </p:nvGrpSpPr>
              <p:grpSpPr>
                <a:xfrm>
                  <a:off x="7980074" y="3839051"/>
                  <a:ext cx="2494692" cy="1350168"/>
                  <a:chOff x="7980074" y="3839051"/>
                  <a:chExt cx="2494692" cy="1350168"/>
                </a:xfrm>
              </p:grpSpPr>
              <p:sp>
                <p:nvSpPr>
                  <p:cNvPr id="145" name="Google Shape;145;p13"/>
                  <p:cNvSpPr/>
                  <p:nvPr/>
                </p:nvSpPr>
                <p:spPr>
                  <a:xfrm>
                    <a:off x="10416188" y="5158168"/>
                    <a:ext cx="58578" cy="31051"/>
                  </a:xfrm>
                  <a:custGeom>
                    <a:rect b="b" l="l" r="r" t="t"/>
                    <a:pathLst>
                      <a:path extrusionOk="0" h="31051" w="58578">
                        <a:moveTo>
                          <a:pt x="58579" y="27623"/>
                        </a:moveTo>
                        <a:lnTo>
                          <a:pt x="51054" y="31052"/>
                        </a:lnTo>
                        <a:lnTo>
                          <a:pt x="0" y="3334"/>
                        </a:lnTo>
                        <a:lnTo>
                          <a:pt x="7811" y="0"/>
                        </a:lnTo>
                        <a:lnTo>
                          <a:pt x="58579" y="2762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46" name="Google Shape;146;p13"/>
                  <p:cNvSpPr/>
                  <p:nvPr/>
                </p:nvSpPr>
                <p:spPr>
                  <a:xfrm>
                    <a:off x="7980074" y="3839051"/>
                    <a:ext cx="38671" cy="19145"/>
                  </a:xfrm>
                  <a:custGeom>
                    <a:rect b="b" l="l" r="r" t="t"/>
                    <a:pathLst>
                      <a:path extrusionOk="0" h="19145" w="38671">
                        <a:moveTo>
                          <a:pt x="0" y="2096"/>
                        </a:moveTo>
                        <a:lnTo>
                          <a:pt x="7049" y="0"/>
                        </a:lnTo>
                        <a:lnTo>
                          <a:pt x="38672" y="17050"/>
                        </a:lnTo>
                        <a:lnTo>
                          <a:pt x="31528" y="19145"/>
                        </a:lnTo>
                        <a:lnTo>
                          <a:pt x="0" y="209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47" name="Google Shape;147;p13"/>
                <p:cNvGrpSpPr/>
                <p:nvPr/>
              </p:nvGrpSpPr>
              <p:grpSpPr>
                <a:xfrm>
                  <a:off x="7833198" y="3886962"/>
                  <a:ext cx="2794254" cy="1225867"/>
                  <a:chOff x="7833198" y="3886962"/>
                  <a:chExt cx="2794254" cy="1225867"/>
                </a:xfrm>
              </p:grpSpPr>
              <p:sp>
                <p:nvSpPr>
                  <p:cNvPr id="148" name="Google Shape;148;p13"/>
                  <p:cNvSpPr/>
                  <p:nvPr/>
                </p:nvSpPr>
                <p:spPr>
                  <a:xfrm>
                    <a:off x="10564873" y="5084445"/>
                    <a:ext cx="62579" cy="28384"/>
                  </a:xfrm>
                  <a:custGeom>
                    <a:rect b="b" l="l" r="r" t="t"/>
                    <a:pathLst>
                      <a:path extrusionOk="0" h="28384" w="62579">
                        <a:moveTo>
                          <a:pt x="62579" y="24575"/>
                        </a:moveTo>
                        <a:lnTo>
                          <a:pt x="55816" y="28384"/>
                        </a:lnTo>
                        <a:lnTo>
                          <a:pt x="0" y="3810"/>
                        </a:lnTo>
                        <a:lnTo>
                          <a:pt x="6572" y="0"/>
                        </a:lnTo>
                        <a:lnTo>
                          <a:pt x="62579" y="2457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49" name="Google Shape;149;p13"/>
                  <p:cNvSpPr/>
                  <p:nvPr/>
                </p:nvSpPr>
                <p:spPr>
                  <a:xfrm>
                    <a:off x="7833198" y="3886962"/>
                    <a:ext cx="42862" cy="18287"/>
                  </a:xfrm>
                  <a:custGeom>
                    <a:rect b="b" l="l" r="r" t="t"/>
                    <a:pathLst>
                      <a:path extrusionOk="0" h="18287" w="42862">
                        <a:moveTo>
                          <a:pt x="0" y="2381"/>
                        </a:moveTo>
                        <a:lnTo>
                          <a:pt x="6668" y="0"/>
                        </a:lnTo>
                        <a:lnTo>
                          <a:pt x="42863" y="15811"/>
                        </a:lnTo>
                        <a:lnTo>
                          <a:pt x="36100" y="18288"/>
                        </a:lnTo>
                        <a:lnTo>
                          <a:pt x="0" y="238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50" name="Google Shape;150;p13"/>
                <p:cNvGrpSpPr/>
                <p:nvPr/>
              </p:nvGrpSpPr>
              <p:grpSpPr>
                <a:xfrm>
                  <a:off x="7695562" y="3941254"/>
                  <a:ext cx="3061620" cy="1088898"/>
                  <a:chOff x="7695562" y="3941254"/>
                  <a:chExt cx="3061620" cy="1088898"/>
                </a:xfrm>
              </p:grpSpPr>
              <p:sp>
                <p:nvSpPr>
                  <p:cNvPr id="151" name="Google Shape;151;p13"/>
                  <p:cNvSpPr/>
                  <p:nvPr/>
                </p:nvSpPr>
                <p:spPr>
                  <a:xfrm>
                    <a:off x="10691746" y="5004816"/>
                    <a:ext cx="65436" cy="25336"/>
                  </a:xfrm>
                  <a:custGeom>
                    <a:rect b="b" l="l" r="r" t="t"/>
                    <a:pathLst>
                      <a:path extrusionOk="0" h="25336" w="65436">
                        <a:moveTo>
                          <a:pt x="65437" y="21146"/>
                        </a:moveTo>
                        <a:lnTo>
                          <a:pt x="59912" y="25337"/>
                        </a:lnTo>
                        <a:lnTo>
                          <a:pt x="0" y="3905"/>
                        </a:lnTo>
                        <a:lnTo>
                          <a:pt x="5524" y="0"/>
                        </a:lnTo>
                        <a:lnTo>
                          <a:pt x="65437" y="2114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52" name="Google Shape;152;p13"/>
                  <p:cNvSpPr/>
                  <p:nvPr/>
                </p:nvSpPr>
                <p:spPr>
                  <a:xfrm>
                    <a:off x="7695562" y="3941254"/>
                    <a:ext cx="46862" cy="17145"/>
                  </a:xfrm>
                  <a:custGeom>
                    <a:rect b="b" l="l" r="r" t="t"/>
                    <a:pathLst>
                      <a:path extrusionOk="0" h="17145" w="46862">
                        <a:moveTo>
                          <a:pt x="0" y="2667"/>
                        </a:moveTo>
                        <a:lnTo>
                          <a:pt x="6191" y="0"/>
                        </a:lnTo>
                        <a:lnTo>
                          <a:pt x="46863" y="14478"/>
                        </a:lnTo>
                        <a:lnTo>
                          <a:pt x="40672" y="17145"/>
                        </a:lnTo>
                        <a:lnTo>
                          <a:pt x="0" y="266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53" name="Google Shape;153;p13"/>
                <p:cNvGrpSpPr/>
                <p:nvPr/>
              </p:nvGrpSpPr>
              <p:grpSpPr>
                <a:xfrm>
                  <a:off x="7568689" y="4001833"/>
                  <a:ext cx="3294602" cy="940689"/>
                  <a:chOff x="7568689" y="4001833"/>
                  <a:chExt cx="3294602" cy="940689"/>
                </a:xfrm>
              </p:grpSpPr>
              <p:sp>
                <p:nvSpPr>
                  <p:cNvPr id="154" name="Google Shape;154;p13"/>
                  <p:cNvSpPr/>
                  <p:nvPr/>
                </p:nvSpPr>
                <p:spPr>
                  <a:xfrm>
                    <a:off x="10796045" y="4920329"/>
                    <a:ext cx="67246" cy="22193"/>
                  </a:xfrm>
                  <a:custGeom>
                    <a:rect b="b" l="l" r="r" t="t"/>
                    <a:pathLst>
                      <a:path extrusionOk="0" h="22193" w="67246">
                        <a:moveTo>
                          <a:pt x="67246" y="17907"/>
                        </a:moveTo>
                        <a:lnTo>
                          <a:pt x="62675" y="22193"/>
                        </a:lnTo>
                        <a:lnTo>
                          <a:pt x="0" y="4191"/>
                        </a:lnTo>
                        <a:lnTo>
                          <a:pt x="4382" y="0"/>
                        </a:lnTo>
                        <a:lnTo>
                          <a:pt x="67246" y="1790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55" name="Google Shape;155;p13"/>
                  <p:cNvSpPr/>
                  <p:nvPr/>
                </p:nvSpPr>
                <p:spPr>
                  <a:xfrm>
                    <a:off x="7568689" y="4001833"/>
                    <a:ext cx="50577" cy="15811"/>
                  </a:xfrm>
                  <a:custGeom>
                    <a:rect b="b" l="l" r="r" t="t"/>
                    <a:pathLst>
                      <a:path extrusionOk="0" h="15811" w="50577">
                        <a:moveTo>
                          <a:pt x="0" y="2953"/>
                        </a:moveTo>
                        <a:lnTo>
                          <a:pt x="5715" y="0"/>
                        </a:lnTo>
                        <a:lnTo>
                          <a:pt x="50578" y="12764"/>
                        </a:lnTo>
                        <a:lnTo>
                          <a:pt x="44863" y="15811"/>
                        </a:lnTo>
                        <a:lnTo>
                          <a:pt x="0" y="295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56" name="Google Shape;156;p13"/>
                <p:cNvGrpSpPr/>
                <p:nvPr/>
              </p:nvGrpSpPr>
              <p:grpSpPr>
                <a:xfrm>
                  <a:off x="7454008" y="4068318"/>
                  <a:ext cx="3491007" cy="783050"/>
                  <a:chOff x="7454008" y="4068318"/>
                  <a:chExt cx="3491007" cy="783050"/>
                </a:xfrm>
              </p:grpSpPr>
              <p:sp>
                <p:nvSpPr>
                  <p:cNvPr id="157" name="Google Shape;157;p13"/>
                  <p:cNvSpPr/>
                  <p:nvPr/>
                </p:nvSpPr>
                <p:spPr>
                  <a:xfrm>
                    <a:off x="10877007" y="4832604"/>
                    <a:ext cx="68008" cy="18764"/>
                  </a:xfrm>
                  <a:custGeom>
                    <a:rect b="b" l="l" r="r" t="t"/>
                    <a:pathLst>
                      <a:path extrusionOk="0" h="18764" w="68008">
                        <a:moveTo>
                          <a:pt x="68009" y="14478"/>
                        </a:moveTo>
                        <a:lnTo>
                          <a:pt x="64675" y="18764"/>
                        </a:lnTo>
                        <a:lnTo>
                          <a:pt x="0" y="4382"/>
                        </a:lnTo>
                        <a:lnTo>
                          <a:pt x="3334" y="0"/>
                        </a:lnTo>
                        <a:lnTo>
                          <a:pt x="68009" y="1447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58" name="Google Shape;158;p13"/>
                  <p:cNvSpPr/>
                  <p:nvPr/>
                </p:nvSpPr>
                <p:spPr>
                  <a:xfrm>
                    <a:off x="7454008" y="4068318"/>
                    <a:ext cx="54006" cy="14192"/>
                  </a:xfrm>
                  <a:custGeom>
                    <a:rect b="b" l="l" r="r" t="t"/>
                    <a:pathLst>
                      <a:path extrusionOk="0" h="14192" w="54006">
                        <a:moveTo>
                          <a:pt x="0" y="3334"/>
                        </a:moveTo>
                        <a:lnTo>
                          <a:pt x="5048" y="0"/>
                        </a:lnTo>
                        <a:lnTo>
                          <a:pt x="54007" y="10954"/>
                        </a:lnTo>
                        <a:lnTo>
                          <a:pt x="48958" y="14192"/>
                        </a:lnTo>
                        <a:lnTo>
                          <a:pt x="0" y="333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59" name="Google Shape;159;p13"/>
                <p:cNvGrpSpPr/>
                <p:nvPr/>
              </p:nvGrpSpPr>
              <p:grpSpPr>
                <a:xfrm>
                  <a:off x="7352948" y="4140517"/>
                  <a:ext cx="3649789" cy="617791"/>
                  <a:chOff x="7352948" y="4140517"/>
                  <a:chExt cx="3649789" cy="617791"/>
                </a:xfrm>
              </p:grpSpPr>
              <p:sp>
                <p:nvSpPr>
                  <p:cNvPr id="160" name="Google Shape;160;p13"/>
                  <p:cNvSpPr/>
                  <p:nvPr/>
                </p:nvSpPr>
                <p:spPr>
                  <a:xfrm>
                    <a:off x="10934824" y="4742783"/>
                    <a:ext cx="67913" cy="15525"/>
                  </a:xfrm>
                  <a:custGeom>
                    <a:rect b="b" l="l" r="r" t="t"/>
                    <a:pathLst>
                      <a:path extrusionOk="0" h="15525" w="67913">
                        <a:moveTo>
                          <a:pt x="67913" y="11144"/>
                        </a:moveTo>
                        <a:lnTo>
                          <a:pt x="65722" y="15526"/>
                        </a:lnTo>
                        <a:lnTo>
                          <a:pt x="0" y="4477"/>
                        </a:lnTo>
                        <a:lnTo>
                          <a:pt x="2096" y="0"/>
                        </a:lnTo>
                        <a:lnTo>
                          <a:pt x="67913" y="1114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61" name="Google Shape;161;p13"/>
                  <p:cNvSpPr/>
                  <p:nvPr/>
                </p:nvSpPr>
                <p:spPr>
                  <a:xfrm>
                    <a:off x="7352948" y="4140517"/>
                    <a:ext cx="57150" cy="12382"/>
                  </a:xfrm>
                  <a:custGeom>
                    <a:rect b="b" l="l" r="r" t="t"/>
                    <a:pathLst>
                      <a:path extrusionOk="0" h="12382" w="57150">
                        <a:moveTo>
                          <a:pt x="0" y="3524"/>
                        </a:moveTo>
                        <a:lnTo>
                          <a:pt x="4382" y="0"/>
                        </a:lnTo>
                        <a:lnTo>
                          <a:pt x="57150" y="8763"/>
                        </a:lnTo>
                        <a:lnTo>
                          <a:pt x="52769" y="12383"/>
                        </a:lnTo>
                        <a:lnTo>
                          <a:pt x="0" y="352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62" name="Google Shape;162;p13"/>
                <p:cNvGrpSpPr/>
                <p:nvPr/>
              </p:nvGrpSpPr>
              <p:grpSpPr>
                <a:xfrm>
                  <a:off x="7267128" y="4217765"/>
                  <a:ext cx="3769328" cy="446626"/>
                  <a:chOff x="7267128" y="4217765"/>
                  <a:chExt cx="3769328" cy="446626"/>
                </a:xfrm>
              </p:grpSpPr>
              <p:sp>
                <p:nvSpPr>
                  <p:cNvPr id="163" name="Google Shape;163;p13"/>
                  <p:cNvSpPr/>
                  <p:nvPr/>
                </p:nvSpPr>
                <p:spPr>
                  <a:xfrm>
                    <a:off x="10969400" y="4652295"/>
                    <a:ext cx="67056" cy="12096"/>
                  </a:xfrm>
                  <a:custGeom>
                    <a:rect b="b" l="l" r="r" t="t"/>
                    <a:pathLst>
                      <a:path extrusionOk="0" h="12096" w="67056">
                        <a:moveTo>
                          <a:pt x="67056" y="7715"/>
                        </a:moveTo>
                        <a:lnTo>
                          <a:pt x="66008" y="12097"/>
                        </a:lnTo>
                        <a:lnTo>
                          <a:pt x="0" y="4382"/>
                        </a:lnTo>
                        <a:lnTo>
                          <a:pt x="1238" y="0"/>
                        </a:lnTo>
                        <a:lnTo>
                          <a:pt x="67056" y="771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64" name="Google Shape;164;p13"/>
                  <p:cNvSpPr/>
                  <p:nvPr/>
                </p:nvSpPr>
                <p:spPr>
                  <a:xfrm>
                    <a:off x="7267128" y="4217765"/>
                    <a:ext cx="59816" cy="10287"/>
                  </a:xfrm>
                  <a:custGeom>
                    <a:rect b="b" l="l" r="r" t="t"/>
                    <a:pathLst>
                      <a:path extrusionOk="0" h="10287" w="59816">
                        <a:moveTo>
                          <a:pt x="0" y="3810"/>
                        </a:moveTo>
                        <a:lnTo>
                          <a:pt x="3619" y="0"/>
                        </a:lnTo>
                        <a:lnTo>
                          <a:pt x="59817" y="6572"/>
                        </a:lnTo>
                        <a:lnTo>
                          <a:pt x="56197" y="10287"/>
                        </a:lnTo>
                        <a:lnTo>
                          <a:pt x="0" y="381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65" name="Google Shape;165;p13"/>
                <p:cNvGrpSpPr/>
                <p:nvPr/>
              </p:nvGrpSpPr>
              <p:grpSpPr>
                <a:xfrm>
                  <a:off x="7197976" y="4299775"/>
                  <a:ext cx="3849243" cy="271176"/>
                  <a:chOff x="7197976" y="4299775"/>
                  <a:chExt cx="3849243" cy="271176"/>
                </a:xfrm>
              </p:grpSpPr>
              <p:sp>
                <p:nvSpPr>
                  <p:cNvPr id="166" name="Google Shape;166;p13"/>
                  <p:cNvSpPr/>
                  <p:nvPr/>
                </p:nvSpPr>
                <p:spPr>
                  <a:xfrm>
                    <a:off x="10981973" y="4562093"/>
                    <a:ext cx="65246" cy="8858"/>
                  </a:xfrm>
                  <a:custGeom>
                    <a:rect b="b" l="l" r="r" t="t"/>
                    <a:pathLst>
                      <a:path extrusionOk="0" h="8858" w="65246">
                        <a:moveTo>
                          <a:pt x="65246" y="4477"/>
                        </a:moveTo>
                        <a:lnTo>
                          <a:pt x="65246" y="8858"/>
                        </a:lnTo>
                        <a:lnTo>
                          <a:pt x="0" y="4381"/>
                        </a:lnTo>
                        <a:lnTo>
                          <a:pt x="95" y="0"/>
                        </a:lnTo>
                        <a:lnTo>
                          <a:pt x="65246" y="447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67" name="Google Shape;167;p13"/>
                  <p:cNvSpPr/>
                  <p:nvPr/>
                </p:nvSpPr>
                <p:spPr>
                  <a:xfrm>
                    <a:off x="7197976" y="4299775"/>
                    <a:ext cx="62007" cy="8001"/>
                  </a:xfrm>
                  <a:custGeom>
                    <a:rect b="b" l="l" r="r" t="t"/>
                    <a:pathLst>
                      <a:path extrusionOk="0" h="8001" w="62007">
                        <a:moveTo>
                          <a:pt x="0" y="3905"/>
                        </a:moveTo>
                        <a:lnTo>
                          <a:pt x="2858" y="0"/>
                        </a:lnTo>
                        <a:lnTo>
                          <a:pt x="62008" y="4096"/>
                        </a:lnTo>
                        <a:lnTo>
                          <a:pt x="59150" y="8001"/>
                        </a:lnTo>
                        <a:lnTo>
                          <a:pt x="0" y="390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68" name="Google Shape;168;p13"/>
                <p:cNvGrpSpPr/>
                <p:nvPr/>
              </p:nvGrpSpPr>
              <p:grpSpPr>
                <a:xfrm>
                  <a:off x="7147113" y="4385786"/>
                  <a:ext cx="3889724" cy="93153"/>
                  <a:chOff x="7147113" y="4385786"/>
                  <a:chExt cx="3889724" cy="93153"/>
                </a:xfrm>
              </p:grpSpPr>
              <p:sp>
                <p:nvSpPr>
                  <p:cNvPr id="169" name="Google Shape;169;p13"/>
                  <p:cNvSpPr/>
                  <p:nvPr/>
                </p:nvSpPr>
                <p:spPr>
                  <a:xfrm>
                    <a:off x="10971972" y="4473320"/>
                    <a:ext cx="64865" cy="5619"/>
                  </a:xfrm>
                  <a:custGeom>
                    <a:rect b="b" l="l" r="r" t="t"/>
                    <a:pathLst>
                      <a:path extrusionOk="0" h="5619" w="64865">
                        <a:moveTo>
                          <a:pt x="63818" y="1429"/>
                        </a:moveTo>
                        <a:lnTo>
                          <a:pt x="64865" y="5620"/>
                        </a:lnTo>
                        <a:lnTo>
                          <a:pt x="1048" y="4191"/>
                        </a:lnTo>
                        <a:lnTo>
                          <a:pt x="0" y="0"/>
                        </a:lnTo>
                        <a:lnTo>
                          <a:pt x="63818" y="142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70" name="Google Shape;170;p13"/>
                  <p:cNvSpPr/>
                  <p:nvPr/>
                </p:nvSpPr>
                <p:spPr>
                  <a:xfrm>
                    <a:off x="7147113" y="4385786"/>
                    <a:ext cx="63722" cy="5524"/>
                  </a:xfrm>
                  <a:custGeom>
                    <a:rect b="b" l="l" r="r" t="t"/>
                    <a:pathLst>
                      <a:path extrusionOk="0" h="5524" w="63722">
                        <a:moveTo>
                          <a:pt x="0" y="4096"/>
                        </a:moveTo>
                        <a:lnTo>
                          <a:pt x="1905" y="0"/>
                        </a:lnTo>
                        <a:lnTo>
                          <a:pt x="63722" y="1333"/>
                        </a:lnTo>
                        <a:lnTo>
                          <a:pt x="61722" y="5525"/>
                        </a:lnTo>
                        <a:lnTo>
                          <a:pt x="0" y="409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71" name="Google Shape;171;p13"/>
                <p:cNvGrpSpPr/>
                <p:nvPr/>
              </p:nvGrpSpPr>
              <p:grpSpPr>
                <a:xfrm>
                  <a:off x="7115776" y="4385405"/>
                  <a:ext cx="3889723" cy="93915"/>
                  <a:chOff x="7115776" y="4385405"/>
                  <a:chExt cx="3889723" cy="93915"/>
                </a:xfrm>
              </p:grpSpPr>
              <p:sp>
                <p:nvSpPr>
                  <p:cNvPr id="172" name="Google Shape;172;p13"/>
                  <p:cNvSpPr/>
                  <p:nvPr/>
                </p:nvSpPr>
                <p:spPr>
                  <a:xfrm>
                    <a:off x="10941682" y="4385405"/>
                    <a:ext cx="63817" cy="5524"/>
                  </a:xfrm>
                  <a:custGeom>
                    <a:rect b="b" l="l" r="r" t="t"/>
                    <a:pathLst>
                      <a:path extrusionOk="0" h="5524" w="63817">
                        <a:moveTo>
                          <a:pt x="61913" y="0"/>
                        </a:moveTo>
                        <a:lnTo>
                          <a:pt x="63818" y="4191"/>
                        </a:lnTo>
                        <a:lnTo>
                          <a:pt x="1905" y="5524"/>
                        </a:lnTo>
                        <a:lnTo>
                          <a:pt x="0" y="1429"/>
                        </a:lnTo>
                        <a:lnTo>
                          <a:pt x="61913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73" name="Google Shape;173;p13"/>
                  <p:cNvSpPr/>
                  <p:nvPr/>
                </p:nvSpPr>
                <p:spPr>
                  <a:xfrm>
                    <a:off x="7115776" y="4473606"/>
                    <a:ext cx="64769" cy="5714"/>
                  </a:xfrm>
                  <a:custGeom>
                    <a:rect b="b" l="l" r="r" t="t"/>
                    <a:pathLst>
                      <a:path extrusionOk="0" h="5714" w="64769">
                        <a:moveTo>
                          <a:pt x="0" y="5715"/>
                        </a:moveTo>
                        <a:lnTo>
                          <a:pt x="952" y="1429"/>
                        </a:lnTo>
                        <a:lnTo>
                          <a:pt x="64770" y="0"/>
                        </a:lnTo>
                        <a:lnTo>
                          <a:pt x="63817" y="4286"/>
                        </a:lnTo>
                        <a:lnTo>
                          <a:pt x="0" y="571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74" name="Google Shape;174;p13"/>
                <p:cNvGrpSpPr/>
                <p:nvPr/>
              </p:nvGrpSpPr>
              <p:grpSpPr>
                <a:xfrm>
                  <a:off x="7105393" y="4299394"/>
                  <a:ext cx="3849052" cy="271938"/>
                  <a:chOff x="7105393" y="4299394"/>
                  <a:chExt cx="3849052" cy="271938"/>
                </a:xfrm>
              </p:grpSpPr>
              <p:sp>
                <p:nvSpPr>
                  <p:cNvPr id="175" name="Google Shape;175;p13"/>
                  <p:cNvSpPr/>
                  <p:nvPr/>
                </p:nvSpPr>
                <p:spPr>
                  <a:xfrm>
                    <a:off x="10892343" y="4299394"/>
                    <a:ext cx="62102" cy="8096"/>
                  </a:xfrm>
                  <a:custGeom>
                    <a:rect b="b" l="l" r="r" t="t"/>
                    <a:pathLst>
                      <a:path extrusionOk="0" h="8096" w="62102">
                        <a:moveTo>
                          <a:pt x="59246" y="0"/>
                        </a:moveTo>
                        <a:lnTo>
                          <a:pt x="62103" y="4001"/>
                        </a:lnTo>
                        <a:lnTo>
                          <a:pt x="2857" y="8096"/>
                        </a:lnTo>
                        <a:lnTo>
                          <a:pt x="0" y="4096"/>
                        </a:lnTo>
                        <a:lnTo>
                          <a:pt x="59246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76" name="Google Shape;176;p13"/>
                  <p:cNvSpPr/>
                  <p:nvPr/>
                </p:nvSpPr>
                <p:spPr>
                  <a:xfrm>
                    <a:off x="7105393" y="4562379"/>
                    <a:ext cx="65341" cy="8953"/>
                  </a:xfrm>
                  <a:custGeom>
                    <a:rect b="b" l="l" r="r" t="t"/>
                    <a:pathLst>
                      <a:path extrusionOk="0" h="8953" w="65341">
                        <a:moveTo>
                          <a:pt x="95" y="8954"/>
                        </a:moveTo>
                        <a:lnTo>
                          <a:pt x="0" y="4572"/>
                        </a:lnTo>
                        <a:lnTo>
                          <a:pt x="65246" y="0"/>
                        </a:lnTo>
                        <a:lnTo>
                          <a:pt x="65342" y="4381"/>
                        </a:lnTo>
                        <a:lnTo>
                          <a:pt x="95" y="895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77" name="Google Shape;177;p13"/>
                <p:cNvGrpSpPr/>
                <p:nvPr/>
              </p:nvGrpSpPr>
              <p:grpSpPr>
                <a:xfrm>
                  <a:off x="7116252" y="4217384"/>
                  <a:ext cx="3768946" cy="447388"/>
                  <a:chOff x="7116252" y="4217384"/>
                  <a:chExt cx="3768946" cy="447388"/>
                </a:xfrm>
              </p:grpSpPr>
              <p:sp>
                <p:nvSpPr>
                  <p:cNvPr id="178" name="Google Shape;178;p13"/>
                  <p:cNvSpPr/>
                  <p:nvPr/>
                </p:nvSpPr>
                <p:spPr>
                  <a:xfrm>
                    <a:off x="10825382" y="4217384"/>
                    <a:ext cx="59816" cy="10382"/>
                  </a:xfrm>
                  <a:custGeom>
                    <a:rect b="b" l="l" r="r" t="t"/>
                    <a:pathLst>
                      <a:path extrusionOk="0" h="10382" w="59816">
                        <a:moveTo>
                          <a:pt x="56197" y="0"/>
                        </a:moveTo>
                        <a:lnTo>
                          <a:pt x="59817" y="3810"/>
                        </a:lnTo>
                        <a:lnTo>
                          <a:pt x="3620" y="10382"/>
                        </a:lnTo>
                        <a:lnTo>
                          <a:pt x="0" y="6668"/>
                        </a:lnTo>
                        <a:lnTo>
                          <a:pt x="56197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79" name="Google Shape;179;p13"/>
                  <p:cNvSpPr/>
                  <p:nvPr/>
                </p:nvSpPr>
                <p:spPr>
                  <a:xfrm>
                    <a:off x="7116252" y="4652676"/>
                    <a:ext cx="67056" cy="12096"/>
                  </a:xfrm>
                  <a:custGeom>
                    <a:rect b="b" l="l" r="r" t="t"/>
                    <a:pathLst>
                      <a:path extrusionOk="0" h="12096" w="67056">
                        <a:moveTo>
                          <a:pt x="1048" y="12097"/>
                        </a:moveTo>
                        <a:lnTo>
                          <a:pt x="0" y="7715"/>
                        </a:lnTo>
                        <a:lnTo>
                          <a:pt x="65818" y="0"/>
                        </a:lnTo>
                        <a:lnTo>
                          <a:pt x="67056" y="4381"/>
                        </a:lnTo>
                        <a:lnTo>
                          <a:pt x="1048" y="120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80" name="Google Shape;180;p13"/>
                <p:cNvGrpSpPr/>
                <p:nvPr/>
              </p:nvGrpSpPr>
              <p:grpSpPr>
                <a:xfrm>
                  <a:off x="7150066" y="4140136"/>
                  <a:ext cx="3649313" cy="618553"/>
                  <a:chOff x="7150066" y="4140136"/>
                  <a:chExt cx="3649313" cy="618553"/>
                </a:xfrm>
              </p:grpSpPr>
              <p:sp>
                <p:nvSpPr>
                  <p:cNvPr id="181" name="Google Shape;181;p13"/>
                  <p:cNvSpPr/>
                  <p:nvPr/>
                </p:nvSpPr>
                <p:spPr>
                  <a:xfrm>
                    <a:off x="10742229" y="4140136"/>
                    <a:ext cx="57150" cy="12382"/>
                  </a:xfrm>
                  <a:custGeom>
                    <a:rect b="b" l="l" r="r" t="t"/>
                    <a:pathLst>
                      <a:path extrusionOk="0" h="12382" w="57150">
                        <a:moveTo>
                          <a:pt x="52673" y="0"/>
                        </a:moveTo>
                        <a:lnTo>
                          <a:pt x="57150" y="3524"/>
                        </a:lnTo>
                        <a:lnTo>
                          <a:pt x="4381" y="12382"/>
                        </a:lnTo>
                        <a:lnTo>
                          <a:pt x="0" y="8953"/>
                        </a:lnTo>
                        <a:lnTo>
                          <a:pt x="52673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82" name="Google Shape;182;p13"/>
                  <p:cNvSpPr/>
                  <p:nvPr/>
                </p:nvSpPr>
                <p:spPr>
                  <a:xfrm>
                    <a:off x="7150066" y="4743164"/>
                    <a:ext cx="68008" cy="15525"/>
                  </a:xfrm>
                  <a:custGeom>
                    <a:rect b="b" l="l" r="r" t="t"/>
                    <a:pathLst>
                      <a:path extrusionOk="0" h="15525" w="68008">
                        <a:moveTo>
                          <a:pt x="2286" y="15526"/>
                        </a:moveTo>
                        <a:lnTo>
                          <a:pt x="0" y="11144"/>
                        </a:lnTo>
                        <a:lnTo>
                          <a:pt x="65818" y="0"/>
                        </a:lnTo>
                        <a:lnTo>
                          <a:pt x="68008" y="4477"/>
                        </a:lnTo>
                        <a:lnTo>
                          <a:pt x="2286" y="155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83" name="Google Shape;183;p13"/>
                <p:cNvGrpSpPr/>
                <p:nvPr/>
              </p:nvGrpSpPr>
              <p:grpSpPr>
                <a:xfrm>
                  <a:off x="7207882" y="4068127"/>
                  <a:ext cx="3490340" cy="783621"/>
                  <a:chOff x="7207882" y="4068127"/>
                  <a:chExt cx="3490340" cy="783621"/>
                </a:xfrm>
              </p:grpSpPr>
              <p:sp>
                <p:nvSpPr>
                  <p:cNvPr id="184" name="Google Shape;184;p13"/>
                  <p:cNvSpPr/>
                  <p:nvPr/>
                </p:nvSpPr>
                <p:spPr>
                  <a:xfrm>
                    <a:off x="10644216" y="4068127"/>
                    <a:ext cx="54006" cy="14192"/>
                  </a:xfrm>
                  <a:custGeom>
                    <a:rect b="b" l="l" r="r" t="t"/>
                    <a:pathLst>
                      <a:path extrusionOk="0" h="14192" w="54006">
                        <a:moveTo>
                          <a:pt x="49054" y="0"/>
                        </a:moveTo>
                        <a:lnTo>
                          <a:pt x="54007" y="3239"/>
                        </a:lnTo>
                        <a:lnTo>
                          <a:pt x="4953" y="14192"/>
                        </a:lnTo>
                        <a:lnTo>
                          <a:pt x="0" y="10858"/>
                        </a:lnTo>
                        <a:lnTo>
                          <a:pt x="49054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85" name="Google Shape;185;p13"/>
                  <p:cNvSpPr/>
                  <p:nvPr/>
                </p:nvSpPr>
                <p:spPr>
                  <a:xfrm>
                    <a:off x="7207882" y="4832984"/>
                    <a:ext cx="68103" cy="18764"/>
                  </a:xfrm>
                  <a:custGeom>
                    <a:rect b="b" l="l" r="r" t="t"/>
                    <a:pathLst>
                      <a:path extrusionOk="0" h="18764" w="68103">
                        <a:moveTo>
                          <a:pt x="3334" y="18764"/>
                        </a:moveTo>
                        <a:lnTo>
                          <a:pt x="0" y="14478"/>
                        </a:lnTo>
                        <a:lnTo>
                          <a:pt x="64675" y="0"/>
                        </a:lnTo>
                        <a:lnTo>
                          <a:pt x="68104" y="4286"/>
                        </a:lnTo>
                        <a:lnTo>
                          <a:pt x="3334" y="1876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86" name="Google Shape;186;p13"/>
                <p:cNvGrpSpPr/>
                <p:nvPr/>
              </p:nvGrpSpPr>
              <p:grpSpPr>
                <a:xfrm>
                  <a:off x="7289797" y="4001547"/>
                  <a:ext cx="3293744" cy="941260"/>
                  <a:chOff x="7289797" y="4001547"/>
                  <a:chExt cx="3293744" cy="941260"/>
                </a:xfrm>
              </p:grpSpPr>
              <p:sp>
                <p:nvSpPr>
                  <p:cNvPr id="187" name="Google Shape;187;p13"/>
                  <p:cNvSpPr/>
                  <p:nvPr/>
                </p:nvSpPr>
                <p:spPr>
                  <a:xfrm>
                    <a:off x="10532964" y="4001547"/>
                    <a:ext cx="50577" cy="15811"/>
                  </a:xfrm>
                  <a:custGeom>
                    <a:rect b="b" l="l" r="r" t="t"/>
                    <a:pathLst>
                      <a:path extrusionOk="0" h="15811" w="50577">
                        <a:moveTo>
                          <a:pt x="44768" y="0"/>
                        </a:moveTo>
                        <a:lnTo>
                          <a:pt x="50578" y="3048"/>
                        </a:lnTo>
                        <a:lnTo>
                          <a:pt x="5620" y="15811"/>
                        </a:lnTo>
                        <a:lnTo>
                          <a:pt x="0" y="12859"/>
                        </a:lnTo>
                        <a:lnTo>
                          <a:pt x="4476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88" name="Google Shape;188;p13"/>
                  <p:cNvSpPr/>
                  <p:nvPr/>
                </p:nvSpPr>
                <p:spPr>
                  <a:xfrm>
                    <a:off x="7289797" y="4920710"/>
                    <a:ext cx="67246" cy="22097"/>
                  </a:xfrm>
                  <a:custGeom>
                    <a:rect b="b" l="l" r="r" t="t"/>
                    <a:pathLst>
                      <a:path extrusionOk="0" h="22097" w="67246">
                        <a:moveTo>
                          <a:pt x="4477" y="22098"/>
                        </a:moveTo>
                        <a:lnTo>
                          <a:pt x="0" y="17907"/>
                        </a:lnTo>
                        <a:lnTo>
                          <a:pt x="62770" y="0"/>
                        </a:lnTo>
                        <a:lnTo>
                          <a:pt x="67246" y="4191"/>
                        </a:lnTo>
                        <a:lnTo>
                          <a:pt x="4477" y="2209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89" name="Google Shape;189;p13"/>
                <p:cNvGrpSpPr/>
                <p:nvPr/>
              </p:nvGrpSpPr>
              <p:grpSpPr>
                <a:xfrm>
                  <a:off x="7395906" y="3941063"/>
                  <a:ext cx="3060667" cy="1089279"/>
                  <a:chOff x="7395906" y="3941063"/>
                  <a:chExt cx="3060667" cy="1089279"/>
                </a:xfrm>
              </p:grpSpPr>
              <p:sp>
                <p:nvSpPr>
                  <p:cNvPr id="190" name="Google Shape;190;p13"/>
                  <p:cNvSpPr/>
                  <p:nvPr/>
                </p:nvSpPr>
                <p:spPr>
                  <a:xfrm>
                    <a:off x="10409806" y="3941063"/>
                    <a:ext cx="46767" cy="17145"/>
                  </a:xfrm>
                  <a:custGeom>
                    <a:rect b="b" l="l" r="r" t="t"/>
                    <a:pathLst>
                      <a:path extrusionOk="0" h="17145" w="46767">
                        <a:moveTo>
                          <a:pt x="40577" y="0"/>
                        </a:moveTo>
                        <a:lnTo>
                          <a:pt x="46768" y="2667"/>
                        </a:lnTo>
                        <a:lnTo>
                          <a:pt x="6096" y="17145"/>
                        </a:lnTo>
                        <a:lnTo>
                          <a:pt x="0" y="14383"/>
                        </a:lnTo>
                        <a:lnTo>
                          <a:pt x="40577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91" name="Google Shape;191;p13"/>
                  <p:cNvSpPr/>
                  <p:nvPr/>
                </p:nvSpPr>
                <p:spPr>
                  <a:xfrm>
                    <a:off x="7395906" y="5005101"/>
                    <a:ext cx="65531" cy="25241"/>
                  </a:xfrm>
                  <a:custGeom>
                    <a:rect b="b" l="l" r="r" t="t"/>
                    <a:pathLst>
                      <a:path extrusionOk="0" h="25241" w="65531">
                        <a:moveTo>
                          <a:pt x="5620" y="25241"/>
                        </a:moveTo>
                        <a:lnTo>
                          <a:pt x="0" y="21241"/>
                        </a:lnTo>
                        <a:lnTo>
                          <a:pt x="59912" y="0"/>
                        </a:lnTo>
                        <a:lnTo>
                          <a:pt x="65532" y="4000"/>
                        </a:lnTo>
                        <a:lnTo>
                          <a:pt x="5620" y="2524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92" name="Google Shape;192;p13"/>
                <p:cNvGrpSpPr/>
                <p:nvPr/>
              </p:nvGrpSpPr>
              <p:grpSpPr>
                <a:xfrm>
                  <a:off x="7525827" y="3886676"/>
                  <a:ext cx="2793110" cy="1226438"/>
                  <a:chOff x="7525827" y="3886676"/>
                  <a:chExt cx="2793110" cy="1226438"/>
                </a:xfrm>
              </p:grpSpPr>
              <p:sp>
                <p:nvSpPr>
                  <p:cNvPr id="193" name="Google Shape;193;p13"/>
                  <p:cNvSpPr/>
                  <p:nvPr/>
                </p:nvSpPr>
                <p:spPr>
                  <a:xfrm>
                    <a:off x="10276075" y="3886676"/>
                    <a:ext cx="42862" cy="18288"/>
                  </a:xfrm>
                  <a:custGeom>
                    <a:rect b="b" l="l" r="r" t="t"/>
                    <a:pathLst>
                      <a:path extrusionOk="0" h="18288" w="42862">
                        <a:moveTo>
                          <a:pt x="36195" y="0"/>
                        </a:moveTo>
                        <a:lnTo>
                          <a:pt x="42863" y="2477"/>
                        </a:lnTo>
                        <a:lnTo>
                          <a:pt x="6763" y="18288"/>
                        </a:lnTo>
                        <a:lnTo>
                          <a:pt x="0" y="15907"/>
                        </a:lnTo>
                        <a:lnTo>
                          <a:pt x="3619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94" name="Google Shape;194;p13"/>
                  <p:cNvSpPr/>
                  <p:nvPr/>
                </p:nvSpPr>
                <p:spPr>
                  <a:xfrm>
                    <a:off x="7525827" y="5084825"/>
                    <a:ext cx="62579" cy="28289"/>
                  </a:xfrm>
                  <a:custGeom>
                    <a:rect b="b" l="l" r="r" t="t"/>
                    <a:pathLst>
                      <a:path extrusionOk="0" h="28289" w="62579">
                        <a:moveTo>
                          <a:pt x="6668" y="28289"/>
                        </a:moveTo>
                        <a:lnTo>
                          <a:pt x="0" y="24575"/>
                        </a:lnTo>
                        <a:lnTo>
                          <a:pt x="55912" y="0"/>
                        </a:lnTo>
                        <a:lnTo>
                          <a:pt x="62579" y="3715"/>
                        </a:lnTo>
                        <a:lnTo>
                          <a:pt x="6668" y="2828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95" name="Google Shape;195;p13"/>
                <p:cNvGrpSpPr/>
                <p:nvPr/>
              </p:nvGrpSpPr>
              <p:grpSpPr>
                <a:xfrm>
                  <a:off x="7678417" y="3838860"/>
                  <a:ext cx="2493550" cy="1350645"/>
                  <a:chOff x="7678417" y="3838860"/>
                  <a:chExt cx="2493550" cy="1350645"/>
                </a:xfrm>
              </p:grpSpPr>
              <p:sp>
                <p:nvSpPr>
                  <p:cNvPr id="196" name="Google Shape;196;p13"/>
                  <p:cNvSpPr/>
                  <p:nvPr/>
                </p:nvSpPr>
                <p:spPr>
                  <a:xfrm>
                    <a:off x="10133296" y="3838860"/>
                    <a:ext cx="38671" cy="19145"/>
                  </a:xfrm>
                  <a:custGeom>
                    <a:rect b="b" l="l" r="r" t="t"/>
                    <a:pathLst>
                      <a:path extrusionOk="0" h="19145" w="38671">
                        <a:moveTo>
                          <a:pt x="31528" y="0"/>
                        </a:moveTo>
                        <a:lnTo>
                          <a:pt x="38671" y="2096"/>
                        </a:lnTo>
                        <a:lnTo>
                          <a:pt x="7144" y="19145"/>
                        </a:lnTo>
                        <a:lnTo>
                          <a:pt x="0" y="17145"/>
                        </a:lnTo>
                        <a:lnTo>
                          <a:pt x="3152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97" name="Google Shape;197;p13"/>
                  <p:cNvSpPr/>
                  <p:nvPr/>
                </p:nvSpPr>
                <p:spPr>
                  <a:xfrm>
                    <a:off x="7678417" y="5158454"/>
                    <a:ext cx="58769" cy="31051"/>
                  </a:xfrm>
                  <a:custGeom>
                    <a:rect b="b" l="l" r="r" t="t"/>
                    <a:pathLst>
                      <a:path extrusionOk="0" h="31051" w="58769">
                        <a:moveTo>
                          <a:pt x="7715" y="31051"/>
                        </a:moveTo>
                        <a:lnTo>
                          <a:pt x="0" y="27622"/>
                        </a:lnTo>
                        <a:lnTo>
                          <a:pt x="50959" y="0"/>
                        </a:lnTo>
                        <a:lnTo>
                          <a:pt x="58769" y="3334"/>
                        </a:lnTo>
                        <a:lnTo>
                          <a:pt x="7715" y="3105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98" name="Google Shape;198;p13"/>
                <p:cNvGrpSpPr/>
                <p:nvPr/>
              </p:nvGrpSpPr>
              <p:grpSpPr>
                <a:xfrm>
                  <a:off x="7852248" y="3797617"/>
                  <a:ext cx="2164842" cy="1460468"/>
                  <a:chOff x="7852248" y="3797617"/>
                  <a:chExt cx="2164842" cy="1460468"/>
                </a:xfrm>
              </p:grpSpPr>
              <p:sp>
                <p:nvSpPr>
                  <p:cNvPr id="199" name="Google Shape;199;p13"/>
                  <p:cNvSpPr/>
                  <p:nvPr/>
                </p:nvSpPr>
                <p:spPr>
                  <a:xfrm>
                    <a:off x="9982800" y="3797617"/>
                    <a:ext cx="34290" cy="19907"/>
                  </a:xfrm>
                  <a:custGeom>
                    <a:rect b="b" l="l" r="r" t="t"/>
                    <a:pathLst>
                      <a:path extrusionOk="0" h="19907" w="34290">
                        <a:moveTo>
                          <a:pt x="26861" y="0"/>
                        </a:moveTo>
                        <a:lnTo>
                          <a:pt x="34290" y="1715"/>
                        </a:lnTo>
                        <a:lnTo>
                          <a:pt x="7429" y="19907"/>
                        </a:lnTo>
                        <a:lnTo>
                          <a:pt x="0" y="18097"/>
                        </a:lnTo>
                        <a:lnTo>
                          <a:pt x="2686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00" name="Google Shape;200;p13"/>
                  <p:cNvSpPr/>
                  <p:nvPr/>
                </p:nvSpPr>
                <p:spPr>
                  <a:xfrm>
                    <a:off x="7852248" y="5224653"/>
                    <a:ext cx="53720" cy="33432"/>
                  </a:xfrm>
                  <a:custGeom>
                    <a:rect b="b" l="l" r="r" t="t"/>
                    <a:pathLst>
                      <a:path extrusionOk="0" h="33432" w="53720">
                        <a:moveTo>
                          <a:pt x="8668" y="33433"/>
                        </a:moveTo>
                        <a:lnTo>
                          <a:pt x="0" y="30385"/>
                        </a:lnTo>
                        <a:lnTo>
                          <a:pt x="45149" y="0"/>
                        </a:lnTo>
                        <a:lnTo>
                          <a:pt x="53721" y="2953"/>
                        </a:lnTo>
                        <a:lnTo>
                          <a:pt x="8668" y="3343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201" name="Google Shape;201;p13"/>
                <p:cNvGrpSpPr/>
                <p:nvPr/>
              </p:nvGrpSpPr>
              <p:grpSpPr>
                <a:xfrm>
                  <a:off x="8045320" y="3763041"/>
                  <a:ext cx="1810322" cy="1554670"/>
                  <a:chOff x="8045320" y="3763041"/>
                  <a:chExt cx="1810322" cy="1554670"/>
                </a:xfrm>
              </p:grpSpPr>
              <p:sp>
                <p:nvSpPr>
                  <p:cNvPr id="202" name="Google Shape;202;p13"/>
                  <p:cNvSpPr/>
                  <p:nvPr/>
                </p:nvSpPr>
                <p:spPr>
                  <a:xfrm>
                    <a:off x="9825829" y="3763041"/>
                    <a:ext cx="29813" cy="20478"/>
                  </a:xfrm>
                  <a:custGeom>
                    <a:rect b="b" l="l" r="r" t="t"/>
                    <a:pathLst>
                      <a:path extrusionOk="0" h="20478" w="29813">
                        <a:moveTo>
                          <a:pt x="22098" y="0"/>
                        </a:moveTo>
                        <a:lnTo>
                          <a:pt x="29813" y="1429"/>
                        </a:lnTo>
                        <a:lnTo>
                          <a:pt x="7715" y="20479"/>
                        </a:lnTo>
                        <a:lnTo>
                          <a:pt x="0" y="19050"/>
                        </a:lnTo>
                        <a:lnTo>
                          <a:pt x="2209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03" name="Google Shape;203;p13"/>
                  <p:cNvSpPr/>
                  <p:nvPr/>
                </p:nvSpPr>
                <p:spPr>
                  <a:xfrm>
                    <a:off x="8045320" y="5282088"/>
                    <a:ext cx="47815" cy="35623"/>
                  </a:xfrm>
                  <a:custGeom>
                    <a:rect b="b" l="l" r="r" t="t"/>
                    <a:pathLst>
                      <a:path extrusionOk="0" h="35623" w="47815">
                        <a:moveTo>
                          <a:pt x="9430" y="35623"/>
                        </a:moveTo>
                        <a:lnTo>
                          <a:pt x="0" y="32956"/>
                        </a:lnTo>
                        <a:lnTo>
                          <a:pt x="38291" y="0"/>
                        </a:lnTo>
                        <a:lnTo>
                          <a:pt x="47816" y="2572"/>
                        </a:lnTo>
                        <a:lnTo>
                          <a:pt x="9430" y="3562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204" name="Google Shape;204;p13"/>
                <p:cNvGrpSpPr/>
                <p:nvPr/>
              </p:nvGrpSpPr>
              <p:grpSpPr>
                <a:xfrm>
                  <a:off x="8254870" y="3735323"/>
                  <a:ext cx="1433893" cy="1631537"/>
                  <a:chOff x="8254870" y="3735323"/>
                  <a:chExt cx="1433893" cy="1631537"/>
                </a:xfrm>
              </p:grpSpPr>
              <p:sp>
                <p:nvSpPr>
                  <p:cNvPr id="205" name="Google Shape;205;p13"/>
                  <p:cNvSpPr/>
                  <p:nvPr/>
                </p:nvSpPr>
                <p:spPr>
                  <a:xfrm>
                    <a:off x="9663618" y="3735323"/>
                    <a:ext cx="25145" cy="20859"/>
                  </a:xfrm>
                  <a:custGeom>
                    <a:rect b="b" l="l" r="r" t="t"/>
                    <a:pathLst>
                      <a:path extrusionOk="0" h="20859" w="25145">
                        <a:moveTo>
                          <a:pt x="17240" y="0"/>
                        </a:moveTo>
                        <a:lnTo>
                          <a:pt x="25146" y="1143"/>
                        </a:lnTo>
                        <a:lnTo>
                          <a:pt x="7906" y="20860"/>
                        </a:lnTo>
                        <a:lnTo>
                          <a:pt x="0" y="19717"/>
                        </a:lnTo>
                        <a:lnTo>
                          <a:pt x="1724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06" name="Google Shape;206;p13"/>
                  <p:cNvSpPr/>
                  <p:nvPr/>
                </p:nvSpPr>
                <p:spPr>
                  <a:xfrm>
                    <a:off x="8254870" y="5329713"/>
                    <a:ext cx="40862" cy="37147"/>
                  </a:xfrm>
                  <a:custGeom>
                    <a:rect b="b" l="l" r="r" t="t"/>
                    <a:pathLst>
                      <a:path extrusionOk="0" h="37147" w="40862">
                        <a:moveTo>
                          <a:pt x="10192" y="37147"/>
                        </a:moveTo>
                        <a:lnTo>
                          <a:pt x="0" y="35052"/>
                        </a:lnTo>
                        <a:lnTo>
                          <a:pt x="30766" y="0"/>
                        </a:lnTo>
                        <a:lnTo>
                          <a:pt x="40862" y="2000"/>
                        </a:lnTo>
                        <a:lnTo>
                          <a:pt x="10192" y="3714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207" name="Google Shape;207;p13"/>
                <p:cNvGrpSpPr/>
                <p:nvPr/>
              </p:nvGrpSpPr>
              <p:grpSpPr>
                <a:xfrm>
                  <a:off x="8478041" y="3714559"/>
                  <a:ext cx="1039748" cy="1690115"/>
                  <a:chOff x="8478041" y="3714559"/>
                  <a:chExt cx="1039748" cy="1690115"/>
                </a:xfrm>
              </p:grpSpPr>
              <p:sp>
                <p:nvSpPr>
                  <p:cNvPr id="208" name="Google Shape;208;p13"/>
                  <p:cNvSpPr/>
                  <p:nvPr/>
                </p:nvSpPr>
                <p:spPr>
                  <a:xfrm>
                    <a:off x="9497406" y="3714559"/>
                    <a:ext cx="20383" cy="21050"/>
                  </a:xfrm>
                  <a:custGeom>
                    <a:rect b="b" l="l" r="r" t="t"/>
                    <a:pathLst>
                      <a:path extrusionOk="0" h="21050" w="20383">
                        <a:moveTo>
                          <a:pt x="12287" y="0"/>
                        </a:moveTo>
                        <a:lnTo>
                          <a:pt x="20384" y="857"/>
                        </a:lnTo>
                        <a:lnTo>
                          <a:pt x="8096" y="21050"/>
                        </a:lnTo>
                        <a:lnTo>
                          <a:pt x="0" y="20288"/>
                        </a:lnTo>
                        <a:lnTo>
                          <a:pt x="12287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09" name="Google Shape;209;p13"/>
                  <p:cNvSpPr/>
                  <p:nvPr/>
                </p:nvSpPr>
                <p:spPr>
                  <a:xfrm>
                    <a:off x="8478041" y="5366384"/>
                    <a:ext cx="33146" cy="38290"/>
                  </a:xfrm>
                  <a:custGeom>
                    <a:rect b="b" l="l" r="r" t="t"/>
                    <a:pathLst>
                      <a:path extrusionOk="0" h="38290" w="33146">
                        <a:moveTo>
                          <a:pt x="10668" y="38291"/>
                        </a:moveTo>
                        <a:lnTo>
                          <a:pt x="0" y="36767"/>
                        </a:lnTo>
                        <a:lnTo>
                          <a:pt x="22479" y="0"/>
                        </a:lnTo>
                        <a:lnTo>
                          <a:pt x="33147" y="1524"/>
                        </a:lnTo>
                        <a:lnTo>
                          <a:pt x="10668" y="38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210" name="Google Shape;210;p13"/>
                <p:cNvGrpSpPr/>
                <p:nvPr/>
              </p:nvGrpSpPr>
              <p:grpSpPr>
                <a:xfrm>
                  <a:off x="8711118" y="3700843"/>
                  <a:ext cx="632745" cy="1729358"/>
                  <a:chOff x="8711118" y="3700843"/>
                  <a:chExt cx="632745" cy="1729358"/>
                </a:xfrm>
              </p:grpSpPr>
              <p:sp>
                <p:nvSpPr>
                  <p:cNvPr id="211" name="Google Shape;211;p13"/>
                  <p:cNvSpPr/>
                  <p:nvPr/>
                </p:nvSpPr>
                <p:spPr>
                  <a:xfrm>
                    <a:off x="9328242" y="3700843"/>
                    <a:ext cx="15621" cy="20954"/>
                  </a:xfrm>
                  <a:custGeom>
                    <a:rect b="b" l="l" r="r" t="t"/>
                    <a:pathLst>
                      <a:path extrusionOk="0" h="20954" w="15621">
                        <a:moveTo>
                          <a:pt x="7525" y="0"/>
                        </a:moveTo>
                        <a:lnTo>
                          <a:pt x="15621" y="381"/>
                        </a:lnTo>
                        <a:lnTo>
                          <a:pt x="8287" y="20955"/>
                        </a:lnTo>
                        <a:lnTo>
                          <a:pt x="0" y="20479"/>
                        </a:lnTo>
                        <a:lnTo>
                          <a:pt x="752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12" name="Google Shape;212;p13"/>
                  <p:cNvSpPr/>
                  <p:nvPr/>
                </p:nvSpPr>
                <p:spPr>
                  <a:xfrm>
                    <a:off x="8711118" y="5391435"/>
                    <a:ext cx="24860" cy="38766"/>
                  </a:xfrm>
                  <a:custGeom>
                    <a:rect b="b" l="l" r="r" t="t"/>
                    <a:pathLst>
                      <a:path extrusionOk="0" h="38766" w="24860">
                        <a:moveTo>
                          <a:pt x="11144" y="38767"/>
                        </a:moveTo>
                        <a:lnTo>
                          <a:pt x="0" y="37909"/>
                        </a:lnTo>
                        <a:lnTo>
                          <a:pt x="13716" y="0"/>
                        </a:lnTo>
                        <a:lnTo>
                          <a:pt x="24860" y="857"/>
                        </a:lnTo>
                        <a:lnTo>
                          <a:pt x="11144" y="3876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</p:grpSp>
          <p:grpSp>
            <p:nvGrpSpPr>
              <p:cNvPr id="213" name="Google Shape;213;p13"/>
              <p:cNvGrpSpPr/>
              <p:nvPr/>
            </p:nvGrpSpPr>
            <p:grpSpPr>
              <a:xfrm>
                <a:off x="8080658" y="4001738"/>
                <a:ext cx="1991296" cy="862488"/>
                <a:chOff x="8080658" y="4001738"/>
                <a:chExt cx="1991296" cy="862488"/>
              </a:xfrm>
            </p:grpSpPr>
            <p:grpSp>
              <p:nvGrpSpPr>
                <p:cNvPr id="214" name="Google Shape;214;p13"/>
                <p:cNvGrpSpPr/>
                <p:nvPr/>
              </p:nvGrpSpPr>
              <p:grpSpPr>
                <a:xfrm>
                  <a:off x="8080658" y="4319397"/>
                  <a:ext cx="1991296" cy="154114"/>
                  <a:chOff x="8080658" y="4319397"/>
                  <a:chExt cx="1991296" cy="154114"/>
                </a:xfrm>
              </p:grpSpPr>
              <p:sp>
                <p:nvSpPr>
                  <p:cNvPr id="215" name="Google Shape;215;p13"/>
                  <p:cNvSpPr/>
                  <p:nvPr/>
                </p:nvSpPr>
                <p:spPr>
                  <a:xfrm>
                    <a:off x="9076306" y="4319397"/>
                    <a:ext cx="995648" cy="75818"/>
                  </a:xfrm>
                  <a:custGeom>
                    <a:rect b="b" l="l" r="r" t="t"/>
                    <a:pathLst>
                      <a:path extrusionOk="0" h="75818" w="995648">
                        <a:moveTo>
                          <a:pt x="0" y="0"/>
                        </a:moveTo>
                        <a:lnTo>
                          <a:pt x="995648" y="75819"/>
                        </a:lnTo>
                        <a:lnTo>
                          <a:pt x="0" y="758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9CACA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16" name="Google Shape;216;p13"/>
                  <p:cNvSpPr/>
                  <p:nvPr/>
                </p:nvSpPr>
                <p:spPr>
                  <a:xfrm>
                    <a:off x="9076306" y="4395216"/>
                    <a:ext cx="995648" cy="78295"/>
                  </a:xfrm>
                  <a:custGeom>
                    <a:rect b="b" l="l" r="r" t="t"/>
                    <a:pathLst>
                      <a:path extrusionOk="0" h="78295" w="995648">
                        <a:moveTo>
                          <a:pt x="0" y="78296"/>
                        </a:moveTo>
                        <a:lnTo>
                          <a:pt x="995648" y="0"/>
                        </a:lnTo>
                        <a:lnTo>
                          <a:pt x="0" y="0"/>
                        </a:lnTo>
                        <a:lnTo>
                          <a:pt x="0" y="78296"/>
                        </a:lnTo>
                        <a:close/>
                      </a:path>
                    </a:pathLst>
                  </a:custGeom>
                  <a:solidFill>
                    <a:srgbClr val="9FA0A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17" name="Google Shape;217;p13"/>
                  <p:cNvSpPr/>
                  <p:nvPr/>
                </p:nvSpPr>
                <p:spPr>
                  <a:xfrm>
                    <a:off x="8080658" y="4319397"/>
                    <a:ext cx="995648" cy="75818"/>
                  </a:xfrm>
                  <a:custGeom>
                    <a:rect b="b" l="l" r="r" t="t"/>
                    <a:pathLst>
                      <a:path extrusionOk="0" h="75818" w="995648">
                        <a:moveTo>
                          <a:pt x="995648" y="0"/>
                        </a:moveTo>
                        <a:lnTo>
                          <a:pt x="0" y="75819"/>
                        </a:lnTo>
                        <a:lnTo>
                          <a:pt x="995648" y="75819"/>
                        </a:lnTo>
                        <a:lnTo>
                          <a:pt x="995648" y="0"/>
                        </a:lnTo>
                        <a:close/>
                      </a:path>
                    </a:pathLst>
                  </a:custGeom>
                  <a:solidFill>
                    <a:srgbClr val="9FA0A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18" name="Google Shape;218;p13"/>
                  <p:cNvSpPr/>
                  <p:nvPr/>
                </p:nvSpPr>
                <p:spPr>
                  <a:xfrm>
                    <a:off x="8080658" y="4395216"/>
                    <a:ext cx="995648" cy="78295"/>
                  </a:xfrm>
                  <a:custGeom>
                    <a:rect b="b" l="l" r="r" t="t"/>
                    <a:pathLst>
                      <a:path extrusionOk="0" h="78295" w="995648">
                        <a:moveTo>
                          <a:pt x="995648" y="78296"/>
                        </a:moveTo>
                        <a:lnTo>
                          <a:pt x="0" y="0"/>
                        </a:lnTo>
                        <a:lnTo>
                          <a:pt x="995648" y="0"/>
                        </a:lnTo>
                        <a:lnTo>
                          <a:pt x="995648" y="78296"/>
                        </a:lnTo>
                        <a:close/>
                      </a:path>
                    </a:pathLst>
                  </a:custGeom>
                  <a:solidFill>
                    <a:srgbClr val="C9CACA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219" name="Google Shape;219;p13"/>
                <p:cNvGrpSpPr/>
                <p:nvPr/>
              </p:nvGrpSpPr>
              <p:grpSpPr>
                <a:xfrm>
                  <a:off x="8897141" y="4001738"/>
                  <a:ext cx="358425" cy="862488"/>
                  <a:chOff x="8897141" y="4001738"/>
                  <a:chExt cx="358425" cy="862488"/>
                </a:xfrm>
              </p:grpSpPr>
              <p:sp>
                <p:nvSpPr>
                  <p:cNvPr id="220" name="Google Shape;220;p13"/>
                  <p:cNvSpPr/>
                  <p:nvPr/>
                </p:nvSpPr>
                <p:spPr>
                  <a:xfrm>
                    <a:off x="8897141" y="4001738"/>
                    <a:ext cx="179165" cy="393477"/>
                  </a:xfrm>
                  <a:custGeom>
                    <a:rect b="b" l="l" r="r" t="t"/>
                    <a:pathLst>
                      <a:path extrusionOk="0" h="393477" w="179165">
                        <a:moveTo>
                          <a:pt x="0" y="393478"/>
                        </a:moveTo>
                        <a:lnTo>
                          <a:pt x="179165" y="0"/>
                        </a:lnTo>
                        <a:lnTo>
                          <a:pt x="179165" y="393478"/>
                        </a:lnTo>
                        <a:lnTo>
                          <a:pt x="0" y="393478"/>
                        </a:lnTo>
                        <a:close/>
                      </a:path>
                    </a:pathLst>
                  </a:custGeom>
                  <a:solidFill>
                    <a:srgbClr val="C9CACA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21" name="Google Shape;221;p13"/>
                  <p:cNvSpPr/>
                  <p:nvPr/>
                </p:nvSpPr>
                <p:spPr>
                  <a:xfrm>
                    <a:off x="9076306" y="4001738"/>
                    <a:ext cx="179260" cy="393477"/>
                  </a:xfrm>
                  <a:custGeom>
                    <a:rect b="b" l="l" r="r" t="t"/>
                    <a:pathLst>
                      <a:path extrusionOk="0" h="393477" w="179260">
                        <a:moveTo>
                          <a:pt x="179261" y="393478"/>
                        </a:moveTo>
                        <a:lnTo>
                          <a:pt x="0" y="0"/>
                        </a:lnTo>
                        <a:lnTo>
                          <a:pt x="0" y="393478"/>
                        </a:lnTo>
                        <a:lnTo>
                          <a:pt x="179261" y="393478"/>
                        </a:lnTo>
                        <a:close/>
                      </a:path>
                    </a:pathLst>
                  </a:custGeom>
                  <a:solidFill>
                    <a:srgbClr val="9FA0A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22" name="Google Shape;222;p13"/>
                  <p:cNvSpPr/>
                  <p:nvPr/>
                </p:nvSpPr>
                <p:spPr>
                  <a:xfrm>
                    <a:off x="8897141" y="4395216"/>
                    <a:ext cx="179165" cy="469010"/>
                  </a:xfrm>
                  <a:custGeom>
                    <a:rect b="b" l="l" r="r" t="t"/>
                    <a:pathLst>
                      <a:path extrusionOk="0" h="469010" w="179165">
                        <a:moveTo>
                          <a:pt x="0" y="0"/>
                        </a:moveTo>
                        <a:lnTo>
                          <a:pt x="179165" y="469011"/>
                        </a:lnTo>
                        <a:lnTo>
                          <a:pt x="179165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9FA0A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23" name="Google Shape;223;p13"/>
                  <p:cNvSpPr/>
                  <p:nvPr/>
                </p:nvSpPr>
                <p:spPr>
                  <a:xfrm>
                    <a:off x="9076306" y="4395216"/>
                    <a:ext cx="179260" cy="469010"/>
                  </a:xfrm>
                  <a:custGeom>
                    <a:rect b="b" l="l" r="r" t="t"/>
                    <a:pathLst>
                      <a:path extrusionOk="0" h="469010" w="179260">
                        <a:moveTo>
                          <a:pt x="179261" y="0"/>
                        </a:moveTo>
                        <a:lnTo>
                          <a:pt x="0" y="469011"/>
                        </a:lnTo>
                        <a:lnTo>
                          <a:pt x="0" y="0"/>
                        </a:lnTo>
                        <a:lnTo>
                          <a:pt x="179261" y="0"/>
                        </a:lnTo>
                        <a:close/>
                      </a:path>
                    </a:pathLst>
                  </a:custGeom>
                  <a:solidFill>
                    <a:srgbClr val="C9CACA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</p:grpSp>
          <p:grpSp>
            <p:nvGrpSpPr>
              <p:cNvPr id="224" name="Google Shape;224;p13"/>
              <p:cNvGrpSpPr/>
              <p:nvPr/>
            </p:nvGrpSpPr>
            <p:grpSpPr>
              <a:xfrm>
                <a:off x="8493376" y="4167949"/>
                <a:ext cx="1165955" cy="477869"/>
                <a:chOff x="8493376" y="4167949"/>
                <a:chExt cx="1165955" cy="477869"/>
              </a:xfrm>
            </p:grpSpPr>
            <p:grpSp>
              <p:nvGrpSpPr>
                <p:cNvPr id="225" name="Google Shape;225;p13"/>
                <p:cNvGrpSpPr/>
                <p:nvPr/>
              </p:nvGrpSpPr>
              <p:grpSpPr>
                <a:xfrm>
                  <a:off x="8547573" y="4167949"/>
                  <a:ext cx="1111758" cy="477869"/>
                  <a:chOff x="8547573" y="4167949"/>
                  <a:chExt cx="1111758" cy="477869"/>
                </a:xfrm>
              </p:grpSpPr>
              <p:sp>
                <p:nvSpPr>
                  <p:cNvPr id="226" name="Google Shape;226;p13"/>
                  <p:cNvSpPr/>
                  <p:nvPr/>
                </p:nvSpPr>
                <p:spPr>
                  <a:xfrm>
                    <a:off x="9076306" y="4352734"/>
                    <a:ext cx="583025" cy="293084"/>
                  </a:xfrm>
                  <a:custGeom>
                    <a:rect b="b" l="l" r="r" t="t"/>
                    <a:pathLst>
                      <a:path extrusionOk="0" h="293084" w="583025">
                        <a:moveTo>
                          <a:pt x="98965" y="0"/>
                        </a:moveTo>
                        <a:lnTo>
                          <a:pt x="583025" y="293084"/>
                        </a:lnTo>
                        <a:lnTo>
                          <a:pt x="0" y="42481"/>
                        </a:lnTo>
                        <a:lnTo>
                          <a:pt x="98965" y="0"/>
                        </a:lnTo>
                        <a:close/>
                      </a:path>
                    </a:pathLst>
                  </a:custGeom>
                  <a:solidFill>
                    <a:srgbClr val="C9CACA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27" name="Google Shape;227;p13"/>
                  <p:cNvSpPr/>
                  <p:nvPr/>
                </p:nvSpPr>
                <p:spPr>
                  <a:xfrm>
                    <a:off x="8975627" y="4395216"/>
                    <a:ext cx="683704" cy="250602"/>
                  </a:xfrm>
                  <a:custGeom>
                    <a:rect b="b" l="l" r="r" t="t"/>
                    <a:pathLst>
                      <a:path extrusionOk="0" h="250602" w="683704">
                        <a:moveTo>
                          <a:pt x="0" y="43244"/>
                        </a:moveTo>
                        <a:lnTo>
                          <a:pt x="683705" y="250603"/>
                        </a:lnTo>
                        <a:lnTo>
                          <a:pt x="100679" y="0"/>
                        </a:lnTo>
                        <a:lnTo>
                          <a:pt x="0" y="43244"/>
                        </a:lnTo>
                        <a:close/>
                      </a:path>
                    </a:pathLst>
                  </a:custGeom>
                  <a:solidFill>
                    <a:srgbClr val="9FA0A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28" name="Google Shape;228;p13"/>
                  <p:cNvSpPr/>
                  <p:nvPr/>
                </p:nvSpPr>
                <p:spPr>
                  <a:xfrm>
                    <a:off x="8547573" y="4167949"/>
                    <a:ext cx="627697" cy="227266"/>
                  </a:xfrm>
                  <a:custGeom>
                    <a:rect b="b" l="l" r="r" t="t"/>
                    <a:pathLst>
                      <a:path extrusionOk="0" h="227266" w="627697">
                        <a:moveTo>
                          <a:pt x="627697" y="184785"/>
                        </a:moveTo>
                        <a:lnTo>
                          <a:pt x="0" y="0"/>
                        </a:lnTo>
                        <a:lnTo>
                          <a:pt x="528733" y="227267"/>
                        </a:lnTo>
                        <a:lnTo>
                          <a:pt x="627697" y="184785"/>
                        </a:lnTo>
                        <a:close/>
                      </a:path>
                    </a:pathLst>
                  </a:custGeom>
                  <a:solidFill>
                    <a:srgbClr val="9FA0A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29" name="Google Shape;229;p13"/>
                  <p:cNvSpPr/>
                  <p:nvPr/>
                </p:nvSpPr>
                <p:spPr>
                  <a:xfrm>
                    <a:off x="8547573" y="4167949"/>
                    <a:ext cx="528732" cy="270510"/>
                  </a:xfrm>
                  <a:custGeom>
                    <a:rect b="b" l="l" r="r" t="t"/>
                    <a:pathLst>
                      <a:path extrusionOk="0" h="270510" w="528732">
                        <a:moveTo>
                          <a:pt x="428054" y="270510"/>
                        </a:moveTo>
                        <a:lnTo>
                          <a:pt x="0" y="0"/>
                        </a:lnTo>
                        <a:lnTo>
                          <a:pt x="528733" y="227267"/>
                        </a:lnTo>
                        <a:lnTo>
                          <a:pt x="428054" y="270510"/>
                        </a:lnTo>
                        <a:close/>
                      </a:path>
                    </a:pathLst>
                  </a:custGeom>
                  <a:solidFill>
                    <a:srgbClr val="C9CACA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230" name="Google Shape;230;p13"/>
                <p:cNvGrpSpPr/>
                <p:nvPr/>
              </p:nvGrpSpPr>
              <p:grpSpPr>
                <a:xfrm>
                  <a:off x="8493376" y="4167949"/>
                  <a:ext cx="1111662" cy="477869"/>
                  <a:chOff x="8493376" y="4167949"/>
                  <a:chExt cx="1111662" cy="477869"/>
                </a:xfrm>
              </p:grpSpPr>
              <p:sp>
                <p:nvSpPr>
                  <p:cNvPr id="231" name="Google Shape;231;p13"/>
                  <p:cNvSpPr/>
                  <p:nvPr/>
                </p:nvSpPr>
                <p:spPr>
                  <a:xfrm>
                    <a:off x="8977341" y="4167949"/>
                    <a:ext cx="627697" cy="227266"/>
                  </a:xfrm>
                  <a:custGeom>
                    <a:rect b="b" l="l" r="r" t="t"/>
                    <a:pathLst>
                      <a:path extrusionOk="0" h="227266" w="627697">
                        <a:moveTo>
                          <a:pt x="0" y="184785"/>
                        </a:moveTo>
                        <a:lnTo>
                          <a:pt x="627698" y="0"/>
                        </a:lnTo>
                        <a:lnTo>
                          <a:pt x="98965" y="227267"/>
                        </a:lnTo>
                        <a:lnTo>
                          <a:pt x="0" y="184785"/>
                        </a:lnTo>
                        <a:close/>
                      </a:path>
                    </a:pathLst>
                  </a:custGeom>
                  <a:solidFill>
                    <a:srgbClr val="C9CACA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32" name="Google Shape;232;p13"/>
                  <p:cNvSpPr/>
                  <p:nvPr/>
                </p:nvSpPr>
                <p:spPr>
                  <a:xfrm>
                    <a:off x="9076306" y="4167949"/>
                    <a:ext cx="528732" cy="270605"/>
                  </a:xfrm>
                  <a:custGeom>
                    <a:rect b="b" l="l" r="r" t="t"/>
                    <a:pathLst>
                      <a:path extrusionOk="0" h="270605" w="528732">
                        <a:moveTo>
                          <a:pt x="100679" y="270605"/>
                        </a:moveTo>
                        <a:lnTo>
                          <a:pt x="528733" y="0"/>
                        </a:lnTo>
                        <a:lnTo>
                          <a:pt x="0" y="227267"/>
                        </a:lnTo>
                        <a:lnTo>
                          <a:pt x="100679" y="270605"/>
                        </a:lnTo>
                        <a:close/>
                      </a:path>
                    </a:pathLst>
                  </a:custGeom>
                  <a:solidFill>
                    <a:srgbClr val="9FA0A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33" name="Google Shape;233;p13"/>
                  <p:cNvSpPr/>
                  <p:nvPr/>
                </p:nvSpPr>
                <p:spPr>
                  <a:xfrm>
                    <a:off x="8493376" y="4352734"/>
                    <a:ext cx="582930" cy="293084"/>
                  </a:xfrm>
                  <a:custGeom>
                    <a:rect b="b" l="l" r="r" t="t"/>
                    <a:pathLst>
                      <a:path extrusionOk="0" h="293084" w="582930">
                        <a:moveTo>
                          <a:pt x="483965" y="0"/>
                        </a:moveTo>
                        <a:lnTo>
                          <a:pt x="0" y="293084"/>
                        </a:lnTo>
                        <a:lnTo>
                          <a:pt x="582930" y="42481"/>
                        </a:lnTo>
                        <a:lnTo>
                          <a:pt x="483965" y="0"/>
                        </a:lnTo>
                        <a:close/>
                      </a:path>
                    </a:pathLst>
                  </a:custGeom>
                  <a:solidFill>
                    <a:srgbClr val="9FA0A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34" name="Google Shape;234;p13"/>
                  <p:cNvSpPr/>
                  <p:nvPr/>
                </p:nvSpPr>
                <p:spPr>
                  <a:xfrm>
                    <a:off x="8493376" y="4395216"/>
                    <a:ext cx="683609" cy="250602"/>
                  </a:xfrm>
                  <a:custGeom>
                    <a:rect b="b" l="l" r="r" t="t"/>
                    <a:pathLst>
                      <a:path extrusionOk="0" h="250602" w="683609">
                        <a:moveTo>
                          <a:pt x="683609" y="43339"/>
                        </a:moveTo>
                        <a:lnTo>
                          <a:pt x="0" y="250603"/>
                        </a:lnTo>
                        <a:lnTo>
                          <a:pt x="582930" y="0"/>
                        </a:lnTo>
                        <a:lnTo>
                          <a:pt x="683609" y="43339"/>
                        </a:lnTo>
                        <a:close/>
                      </a:path>
                    </a:pathLst>
                  </a:custGeom>
                  <a:solidFill>
                    <a:srgbClr val="C9CACA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</p:grpSp>
          <p:sp>
            <p:nvSpPr>
              <p:cNvPr id="235" name="Google Shape;235;p13"/>
              <p:cNvSpPr/>
              <p:nvPr/>
            </p:nvSpPr>
            <p:spPr>
              <a:xfrm>
                <a:off x="8036462" y="4129849"/>
                <a:ext cx="2187511" cy="890873"/>
              </a:xfrm>
              <a:custGeom>
                <a:rect b="b" l="l" r="r" t="t"/>
                <a:pathLst>
                  <a:path extrusionOk="0" h="890873" w="2187511">
                    <a:moveTo>
                      <a:pt x="1176242" y="321659"/>
                    </a:moveTo>
                    <a:lnTo>
                      <a:pt x="0" y="0"/>
                    </a:lnTo>
                    <a:lnTo>
                      <a:pt x="810197" y="492823"/>
                    </a:lnTo>
                    <a:lnTo>
                      <a:pt x="2187512" y="890873"/>
                    </a:lnTo>
                    <a:lnTo>
                      <a:pt x="1176242" y="321659"/>
                    </a:lnTo>
                    <a:close/>
                  </a:path>
                </a:pathLst>
              </a:custGeom>
              <a:solidFill>
                <a:srgbClr val="E8E8E8">
                  <a:alpha val="23137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algun Gothic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36" name="Google Shape;236;p13"/>
              <p:cNvSpPr/>
              <p:nvPr/>
            </p:nvSpPr>
            <p:spPr>
              <a:xfrm>
                <a:off x="8948671" y="3854481"/>
                <a:ext cx="253650" cy="73914"/>
              </a:xfrm>
              <a:custGeom>
                <a:rect b="b" l="l" r="r" t="t"/>
                <a:pathLst>
                  <a:path extrusionOk="0" h="73914" w="253650">
                    <a:moveTo>
                      <a:pt x="5048" y="0"/>
                    </a:moveTo>
                    <a:lnTo>
                      <a:pt x="78676" y="0"/>
                    </a:lnTo>
                    <a:lnTo>
                      <a:pt x="206978" y="52388"/>
                    </a:lnTo>
                    <a:lnTo>
                      <a:pt x="206502" y="20955"/>
                    </a:lnTo>
                    <a:cubicBezTo>
                      <a:pt x="206502" y="17145"/>
                      <a:pt x="204788" y="13811"/>
                      <a:pt x="201358" y="10954"/>
                    </a:cubicBezTo>
                    <a:cubicBezTo>
                      <a:pt x="198025" y="8096"/>
                      <a:pt x="193262" y="5906"/>
                      <a:pt x="187071" y="4477"/>
                    </a:cubicBezTo>
                    <a:cubicBezTo>
                      <a:pt x="183737" y="3620"/>
                      <a:pt x="180404" y="3048"/>
                      <a:pt x="176974" y="2762"/>
                    </a:cubicBezTo>
                    <a:cubicBezTo>
                      <a:pt x="173546" y="2381"/>
                      <a:pt x="168878" y="2191"/>
                      <a:pt x="162877" y="2000"/>
                    </a:cubicBezTo>
                    <a:lnTo>
                      <a:pt x="162877" y="95"/>
                    </a:lnTo>
                    <a:cubicBezTo>
                      <a:pt x="162877" y="95"/>
                      <a:pt x="253651" y="95"/>
                      <a:pt x="253651" y="95"/>
                    </a:cubicBezTo>
                    <a:lnTo>
                      <a:pt x="253651" y="2000"/>
                    </a:lnTo>
                    <a:cubicBezTo>
                      <a:pt x="253651" y="2000"/>
                      <a:pt x="251841" y="2000"/>
                      <a:pt x="251841" y="2000"/>
                    </a:cubicBezTo>
                    <a:cubicBezTo>
                      <a:pt x="238696" y="2000"/>
                      <a:pt x="228600" y="3620"/>
                      <a:pt x="221742" y="6953"/>
                    </a:cubicBezTo>
                    <a:cubicBezTo>
                      <a:pt x="214884" y="10287"/>
                      <a:pt x="211550" y="15050"/>
                      <a:pt x="211646" y="21431"/>
                    </a:cubicBezTo>
                    <a:lnTo>
                      <a:pt x="212503" y="73914"/>
                    </a:lnTo>
                    <a:lnTo>
                      <a:pt x="208121" y="73914"/>
                    </a:lnTo>
                    <a:lnTo>
                      <a:pt x="48577" y="9049"/>
                    </a:lnTo>
                    <a:lnTo>
                      <a:pt x="47911" y="52292"/>
                    </a:lnTo>
                    <a:cubicBezTo>
                      <a:pt x="47911" y="56579"/>
                      <a:pt x="49054" y="59912"/>
                      <a:pt x="51625" y="62484"/>
                    </a:cubicBezTo>
                    <a:cubicBezTo>
                      <a:pt x="54102" y="65056"/>
                      <a:pt x="58293" y="67056"/>
                      <a:pt x="64008" y="68485"/>
                    </a:cubicBezTo>
                    <a:cubicBezTo>
                      <a:pt x="68675" y="69628"/>
                      <a:pt x="74390" y="70390"/>
                      <a:pt x="81153" y="70676"/>
                    </a:cubicBezTo>
                    <a:cubicBezTo>
                      <a:pt x="84868" y="70866"/>
                      <a:pt x="90202" y="71057"/>
                      <a:pt x="97060" y="71152"/>
                    </a:cubicBezTo>
                    <a:lnTo>
                      <a:pt x="97060" y="73152"/>
                    </a:lnTo>
                    <a:lnTo>
                      <a:pt x="0" y="73152"/>
                    </a:lnTo>
                    <a:lnTo>
                      <a:pt x="0" y="71152"/>
                    </a:lnTo>
                    <a:cubicBezTo>
                      <a:pt x="10001" y="70961"/>
                      <a:pt x="18097" y="70199"/>
                      <a:pt x="24384" y="69056"/>
                    </a:cubicBezTo>
                    <a:cubicBezTo>
                      <a:pt x="30671" y="67818"/>
                      <a:pt x="35338" y="66104"/>
                      <a:pt x="38290" y="63818"/>
                    </a:cubicBezTo>
                    <a:cubicBezTo>
                      <a:pt x="41338" y="61532"/>
                      <a:pt x="42863" y="58579"/>
                      <a:pt x="42863" y="55150"/>
                    </a:cubicBezTo>
                    <a:lnTo>
                      <a:pt x="43529" y="13907"/>
                    </a:lnTo>
                    <a:cubicBezTo>
                      <a:pt x="43529" y="11430"/>
                      <a:pt x="42196" y="9239"/>
                      <a:pt x="39338" y="7525"/>
                    </a:cubicBezTo>
                    <a:cubicBezTo>
                      <a:pt x="36481" y="5715"/>
                      <a:pt x="32385" y="4382"/>
                      <a:pt x="27051" y="3429"/>
                    </a:cubicBezTo>
                    <a:cubicBezTo>
                      <a:pt x="21622" y="2477"/>
                      <a:pt x="15049" y="2000"/>
                      <a:pt x="7334" y="2000"/>
                    </a:cubicBezTo>
                    <a:lnTo>
                      <a:pt x="4953" y="2000"/>
                    </a:lnTo>
                    <a:lnTo>
                      <a:pt x="4953" y="9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algun Gothic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37" name="Google Shape;237;p13"/>
              <p:cNvSpPr/>
              <p:nvPr/>
            </p:nvSpPr>
            <p:spPr>
              <a:xfrm>
                <a:off x="7572309" y="4377689"/>
                <a:ext cx="341376" cy="92106"/>
              </a:xfrm>
              <a:custGeom>
                <a:rect b="b" l="l" r="r" t="t"/>
                <a:pathLst>
                  <a:path extrusionOk="0" h="92106" w="341376">
                    <a:moveTo>
                      <a:pt x="571" y="191"/>
                    </a:moveTo>
                    <a:lnTo>
                      <a:pt x="106394" y="191"/>
                    </a:lnTo>
                    <a:lnTo>
                      <a:pt x="106108" y="2572"/>
                    </a:lnTo>
                    <a:cubicBezTo>
                      <a:pt x="97441" y="2572"/>
                      <a:pt x="91059" y="3143"/>
                      <a:pt x="86677" y="4096"/>
                    </a:cubicBezTo>
                    <a:cubicBezTo>
                      <a:pt x="82391" y="5048"/>
                      <a:pt x="80010" y="6572"/>
                      <a:pt x="79439" y="8668"/>
                    </a:cubicBezTo>
                    <a:cubicBezTo>
                      <a:pt x="78867" y="10668"/>
                      <a:pt x="79248" y="12859"/>
                      <a:pt x="80391" y="15050"/>
                    </a:cubicBezTo>
                    <a:lnTo>
                      <a:pt x="110109" y="67532"/>
                    </a:lnTo>
                    <a:lnTo>
                      <a:pt x="163354" y="21908"/>
                    </a:lnTo>
                    <a:cubicBezTo>
                      <a:pt x="161068" y="17526"/>
                      <a:pt x="158782" y="14383"/>
                      <a:pt x="156781" y="12383"/>
                    </a:cubicBezTo>
                    <a:cubicBezTo>
                      <a:pt x="154686" y="10382"/>
                      <a:pt x="151828" y="8477"/>
                      <a:pt x="148304" y="6858"/>
                    </a:cubicBezTo>
                    <a:cubicBezTo>
                      <a:pt x="145256" y="5239"/>
                      <a:pt x="141827" y="4096"/>
                      <a:pt x="138303" y="3524"/>
                    </a:cubicBezTo>
                    <a:cubicBezTo>
                      <a:pt x="134683" y="2858"/>
                      <a:pt x="130302" y="2572"/>
                      <a:pt x="124968" y="2572"/>
                    </a:cubicBezTo>
                    <a:lnTo>
                      <a:pt x="125540" y="191"/>
                    </a:lnTo>
                    <a:lnTo>
                      <a:pt x="235839" y="191"/>
                    </a:lnTo>
                    <a:lnTo>
                      <a:pt x="235267" y="2572"/>
                    </a:lnTo>
                    <a:lnTo>
                      <a:pt x="229933" y="2572"/>
                    </a:lnTo>
                    <a:cubicBezTo>
                      <a:pt x="221170" y="2572"/>
                      <a:pt x="214217" y="3239"/>
                      <a:pt x="209074" y="4477"/>
                    </a:cubicBezTo>
                    <a:cubicBezTo>
                      <a:pt x="203930" y="5715"/>
                      <a:pt x="201073" y="7620"/>
                      <a:pt x="200501" y="10097"/>
                    </a:cubicBezTo>
                    <a:cubicBezTo>
                      <a:pt x="200120" y="11716"/>
                      <a:pt x="200406" y="13335"/>
                      <a:pt x="201358" y="14764"/>
                    </a:cubicBezTo>
                    <a:lnTo>
                      <a:pt x="233077" y="67532"/>
                    </a:lnTo>
                    <a:lnTo>
                      <a:pt x="287369" y="19145"/>
                    </a:lnTo>
                    <a:cubicBezTo>
                      <a:pt x="290132" y="16573"/>
                      <a:pt x="291656" y="14192"/>
                      <a:pt x="292132" y="12097"/>
                    </a:cubicBezTo>
                    <a:cubicBezTo>
                      <a:pt x="292798" y="8954"/>
                      <a:pt x="290512" y="6572"/>
                      <a:pt x="285178" y="5048"/>
                    </a:cubicBezTo>
                    <a:cubicBezTo>
                      <a:pt x="279844" y="3524"/>
                      <a:pt x="271272" y="2667"/>
                      <a:pt x="259461" y="2477"/>
                    </a:cubicBezTo>
                    <a:lnTo>
                      <a:pt x="259747" y="95"/>
                    </a:lnTo>
                    <a:lnTo>
                      <a:pt x="341376" y="95"/>
                    </a:lnTo>
                    <a:lnTo>
                      <a:pt x="340900" y="2477"/>
                    </a:lnTo>
                    <a:cubicBezTo>
                      <a:pt x="335470" y="2667"/>
                      <a:pt x="330994" y="3048"/>
                      <a:pt x="327469" y="3620"/>
                    </a:cubicBezTo>
                    <a:cubicBezTo>
                      <a:pt x="323945" y="4191"/>
                      <a:pt x="320135" y="5144"/>
                      <a:pt x="315849" y="6477"/>
                    </a:cubicBezTo>
                    <a:cubicBezTo>
                      <a:pt x="307086" y="9239"/>
                      <a:pt x="299085" y="13811"/>
                      <a:pt x="292036" y="20002"/>
                    </a:cubicBezTo>
                    <a:lnTo>
                      <a:pt x="211074" y="92107"/>
                    </a:lnTo>
                    <a:lnTo>
                      <a:pt x="205549" y="92107"/>
                    </a:lnTo>
                    <a:lnTo>
                      <a:pt x="165544" y="24765"/>
                    </a:lnTo>
                    <a:lnTo>
                      <a:pt x="87440" y="92107"/>
                    </a:lnTo>
                    <a:lnTo>
                      <a:pt x="81629" y="92107"/>
                    </a:lnTo>
                    <a:lnTo>
                      <a:pt x="41053" y="20574"/>
                    </a:lnTo>
                    <a:cubicBezTo>
                      <a:pt x="37624" y="14192"/>
                      <a:pt x="33052" y="9525"/>
                      <a:pt x="27432" y="6668"/>
                    </a:cubicBezTo>
                    <a:cubicBezTo>
                      <a:pt x="21812" y="3810"/>
                      <a:pt x="14383" y="2381"/>
                      <a:pt x="5143" y="2381"/>
                    </a:cubicBezTo>
                    <a:lnTo>
                      <a:pt x="0" y="2381"/>
                    </a:lnTo>
                    <a:lnTo>
                      <a:pt x="6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algun Gothic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38" name="Google Shape;238;p13"/>
              <p:cNvSpPr/>
              <p:nvPr/>
            </p:nvSpPr>
            <p:spPr>
              <a:xfrm>
                <a:off x="10336749" y="4378833"/>
                <a:ext cx="246411" cy="90106"/>
              </a:xfrm>
              <a:custGeom>
                <a:rect b="b" l="l" r="r" t="t"/>
                <a:pathLst>
                  <a:path extrusionOk="0" h="90106" w="246411">
                    <a:moveTo>
                      <a:pt x="0" y="0"/>
                    </a:moveTo>
                    <a:lnTo>
                      <a:pt x="216313" y="0"/>
                    </a:lnTo>
                    <a:lnTo>
                      <a:pt x="225743" y="34480"/>
                    </a:lnTo>
                    <a:lnTo>
                      <a:pt x="221361" y="34480"/>
                    </a:lnTo>
                    <a:cubicBezTo>
                      <a:pt x="215741" y="28384"/>
                      <a:pt x="210884" y="23908"/>
                      <a:pt x="206883" y="20860"/>
                    </a:cubicBezTo>
                    <a:cubicBezTo>
                      <a:pt x="202883" y="17907"/>
                      <a:pt x="198025" y="15050"/>
                      <a:pt x="192310" y="12382"/>
                    </a:cubicBezTo>
                    <a:cubicBezTo>
                      <a:pt x="185357" y="9239"/>
                      <a:pt x="178118" y="6953"/>
                      <a:pt x="170497" y="5620"/>
                    </a:cubicBezTo>
                    <a:cubicBezTo>
                      <a:pt x="158020" y="3429"/>
                      <a:pt x="143161" y="2381"/>
                      <a:pt x="126206" y="2381"/>
                    </a:cubicBezTo>
                    <a:lnTo>
                      <a:pt x="86106" y="2381"/>
                    </a:lnTo>
                    <a:lnTo>
                      <a:pt x="96679" y="44767"/>
                    </a:lnTo>
                    <a:lnTo>
                      <a:pt x="107537" y="44767"/>
                    </a:lnTo>
                    <a:cubicBezTo>
                      <a:pt x="123635" y="44767"/>
                      <a:pt x="135731" y="41719"/>
                      <a:pt x="143637" y="35623"/>
                    </a:cubicBezTo>
                    <a:cubicBezTo>
                      <a:pt x="147733" y="32480"/>
                      <a:pt x="150400" y="28765"/>
                      <a:pt x="151543" y="24479"/>
                    </a:cubicBezTo>
                    <a:cubicBezTo>
                      <a:pt x="152210" y="22669"/>
                      <a:pt x="152591" y="19907"/>
                      <a:pt x="152591" y="16383"/>
                    </a:cubicBezTo>
                    <a:lnTo>
                      <a:pt x="157734" y="16383"/>
                    </a:lnTo>
                    <a:lnTo>
                      <a:pt x="173165" y="75438"/>
                    </a:lnTo>
                    <a:lnTo>
                      <a:pt x="167926" y="75438"/>
                    </a:lnTo>
                    <a:cubicBezTo>
                      <a:pt x="165926" y="72200"/>
                      <a:pt x="163735" y="69152"/>
                      <a:pt x="161354" y="66389"/>
                    </a:cubicBezTo>
                    <a:cubicBezTo>
                      <a:pt x="158972" y="63532"/>
                      <a:pt x="156591" y="61246"/>
                      <a:pt x="154115" y="59531"/>
                    </a:cubicBezTo>
                    <a:cubicBezTo>
                      <a:pt x="151638" y="57721"/>
                      <a:pt x="148590" y="56007"/>
                      <a:pt x="145066" y="54197"/>
                    </a:cubicBezTo>
                    <a:cubicBezTo>
                      <a:pt x="135065" y="49435"/>
                      <a:pt x="121920" y="47054"/>
                      <a:pt x="105632" y="47054"/>
                    </a:cubicBezTo>
                    <a:lnTo>
                      <a:pt x="97155" y="47054"/>
                    </a:lnTo>
                    <a:lnTo>
                      <a:pt x="107252" y="87630"/>
                    </a:lnTo>
                    <a:lnTo>
                      <a:pt x="141256" y="87630"/>
                    </a:lnTo>
                    <a:cubicBezTo>
                      <a:pt x="151257" y="87630"/>
                      <a:pt x="160211" y="87344"/>
                      <a:pt x="168116" y="86677"/>
                    </a:cubicBezTo>
                    <a:cubicBezTo>
                      <a:pt x="176022" y="86011"/>
                      <a:pt x="182975" y="85058"/>
                      <a:pt x="189071" y="83725"/>
                    </a:cubicBezTo>
                    <a:cubicBezTo>
                      <a:pt x="195072" y="82391"/>
                      <a:pt x="200692" y="80677"/>
                      <a:pt x="205740" y="78581"/>
                    </a:cubicBezTo>
                    <a:cubicBezTo>
                      <a:pt x="214408" y="74962"/>
                      <a:pt x="220599" y="70485"/>
                      <a:pt x="224504" y="65151"/>
                    </a:cubicBezTo>
                    <a:cubicBezTo>
                      <a:pt x="226695" y="62103"/>
                      <a:pt x="228791" y="57912"/>
                      <a:pt x="230696" y="52673"/>
                    </a:cubicBezTo>
                    <a:lnTo>
                      <a:pt x="236125" y="52673"/>
                    </a:lnTo>
                    <a:lnTo>
                      <a:pt x="246412" y="90106"/>
                    </a:lnTo>
                    <a:lnTo>
                      <a:pt x="21431" y="90106"/>
                    </a:lnTo>
                    <a:lnTo>
                      <a:pt x="20574" y="87630"/>
                    </a:lnTo>
                    <a:lnTo>
                      <a:pt x="26289" y="87630"/>
                    </a:lnTo>
                    <a:cubicBezTo>
                      <a:pt x="51245" y="87630"/>
                      <a:pt x="62484" y="82105"/>
                      <a:pt x="59817" y="70961"/>
                    </a:cubicBezTo>
                    <a:lnTo>
                      <a:pt x="47244" y="18574"/>
                    </a:lnTo>
                    <a:cubicBezTo>
                      <a:pt x="45911" y="13049"/>
                      <a:pt x="42005" y="8954"/>
                      <a:pt x="35338" y="6382"/>
                    </a:cubicBezTo>
                    <a:cubicBezTo>
                      <a:pt x="28670" y="3715"/>
                      <a:pt x="19050" y="2477"/>
                      <a:pt x="6382" y="2477"/>
                    </a:cubicBezTo>
                    <a:lnTo>
                      <a:pt x="857" y="2477"/>
                    </a:lnTo>
                    <a:lnTo>
                      <a:pt x="286" y="9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algun Gothic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39" name="Google Shape;239;p13"/>
              <p:cNvSpPr/>
              <p:nvPr/>
            </p:nvSpPr>
            <p:spPr>
              <a:xfrm>
                <a:off x="8900279" y="4962525"/>
                <a:ext cx="352906" cy="179165"/>
              </a:xfrm>
              <a:custGeom>
                <a:rect b="b" l="l" r="r" t="t"/>
                <a:pathLst>
                  <a:path extrusionOk="0" h="179165" w="352906">
                    <a:moveTo>
                      <a:pt x="314235" y="6382"/>
                    </a:moveTo>
                    <a:lnTo>
                      <a:pt x="323093" y="6382"/>
                    </a:lnTo>
                    <a:lnTo>
                      <a:pt x="324046" y="64961"/>
                    </a:lnTo>
                    <a:lnTo>
                      <a:pt x="315092" y="64961"/>
                    </a:lnTo>
                    <a:cubicBezTo>
                      <a:pt x="304234" y="50768"/>
                      <a:pt x="291946" y="39719"/>
                      <a:pt x="278326" y="31909"/>
                    </a:cubicBezTo>
                    <a:cubicBezTo>
                      <a:pt x="268515" y="26384"/>
                      <a:pt x="256228" y="21526"/>
                      <a:pt x="241369" y="17336"/>
                    </a:cubicBezTo>
                    <a:cubicBezTo>
                      <a:pt x="226510" y="13145"/>
                      <a:pt x="209936" y="9906"/>
                      <a:pt x="191648" y="7429"/>
                    </a:cubicBezTo>
                    <a:cubicBezTo>
                      <a:pt x="173360" y="5048"/>
                      <a:pt x="154882" y="3810"/>
                      <a:pt x="136117" y="3810"/>
                    </a:cubicBezTo>
                    <a:cubicBezTo>
                      <a:pt x="122116" y="3810"/>
                      <a:pt x="109638" y="4763"/>
                      <a:pt x="98589" y="6667"/>
                    </a:cubicBezTo>
                    <a:cubicBezTo>
                      <a:pt x="87635" y="8477"/>
                      <a:pt x="78301" y="11335"/>
                      <a:pt x="70681" y="14954"/>
                    </a:cubicBezTo>
                    <a:cubicBezTo>
                      <a:pt x="65251" y="17526"/>
                      <a:pt x="60870" y="20479"/>
                      <a:pt x="57632" y="23717"/>
                    </a:cubicBezTo>
                    <a:cubicBezTo>
                      <a:pt x="54393" y="26956"/>
                      <a:pt x="52678" y="30099"/>
                      <a:pt x="52678" y="33147"/>
                    </a:cubicBezTo>
                    <a:cubicBezTo>
                      <a:pt x="52678" y="38862"/>
                      <a:pt x="57155" y="43815"/>
                      <a:pt x="66299" y="48006"/>
                    </a:cubicBezTo>
                    <a:cubicBezTo>
                      <a:pt x="70490" y="50006"/>
                      <a:pt x="76491" y="52007"/>
                      <a:pt x="84397" y="53912"/>
                    </a:cubicBezTo>
                    <a:cubicBezTo>
                      <a:pt x="92302" y="55817"/>
                      <a:pt x="102399" y="57626"/>
                      <a:pt x="114877" y="59436"/>
                    </a:cubicBezTo>
                    <a:cubicBezTo>
                      <a:pt x="127354" y="61246"/>
                      <a:pt x="144785" y="63437"/>
                      <a:pt x="167169" y="66104"/>
                    </a:cubicBezTo>
                    <a:cubicBezTo>
                      <a:pt x="173265" y="66961"/>
                      <a:pt x="177456" y="67532"/>
                      <a:pt x="179647" y="67723"/>
                    </a:cubicBezTo>
                    <a:lnTo>
                      <a:pt x="192124" y="69247"/>
                    </a:lnTo>
                    <a:lnTo>
                      <a:pt x="212032" y="71723"/>
                    </a:lnTo>
                    <a:cubicBezTo>
                      <a:pt x="245655" y="75914"/>
                      <a:pt x="270229" y="79629"/>
                      <a:pt x="285755" y="82772"/>
                    </a:cubicBezTo>
                    <a:cubicBezTo>
                      <a:pt x="301281" y="86011"/>
                      <a:pt x="314521" y="90202"/>
                      <a:pt x="325474" y="95536"/>
                    </a:cubicBezTo>
                    <a:cubicBezTo>
                      <a:pt x="334047" y="99441"/>
                      <a:pt x="340715" y="103918"/>
                      <a:pt x="345572" y="109157"/>
                    </a:cubicBezTo>
                    <a:cubicBezTo>
                      <a:pt x="350335" y="114395"/>
                      <a:pt x="352811" y="120015"/>
                      <a:pt x="352907" y="126016"/>
                    </a:cubicBezTo>
                    <a:cubicBezTo>
                      <a:pt x="352907" y="132017"/>
                      <a:pt x="350430" y="138017"/>
                      <a:pt x="345286" y="144113"/>
                    </a:cubicBezTo>
                    <a:cubicBezTo>
                      <a:pt x="340143" y="150209"/>
                      <a:pt x="332618" y="155448"/>
                      <a:pt x="322903" y="160115"/>
                    </a:cubicBezTo>
                    <a:cubicBezTo>
                      <a:pt x="310330" y="166497"/>
                      <a:pt x="294709" y="171259"/>
                      <a:pt x="276135" y="174403"/>
                    </a:cubicBezTo>
                    <a:cubicBezTo>
                      <a:pt x="257561" y="177546"/>
                      <a:pt x="236320" y="179165"/>
                      <a:pt x="212413" y="179165"/>
                    </a:cubicBezTo>
                    <a:cubicBezTo>
                      <a:pt x="195744" y="179165"/>
                      <a:pt x="180028" y="178403"/>
                      <a:pt x="165359" y="176689"/>
                    </a:cubicBezTo>
                    <a:cubicBezTo>
                      <a:pt x="150691" y="175070"/>
                      <a:pt x="132784" y="172021"/>
                      <a:pt x="111733" y="167735"/>
                    </a:cubicBezTo>
                    <a:cubicBezTo>
                      <a:pt x="98017" y="165068"/>
                      <a:pt x="87540" y="163259"/>
                      <a:pt x="80396" y="162211"/>
                    </a:cubicBezTo>
                    <a:cubicBezTo>
                      <a:pt x="73252" y="161258"/>
                      <a:pt x="66490" y="160782"/>
                      <a:pt x="60108" y="160782"/>
                    </a:cubicBezTo>
                    <a:cubicBezTo>
                      <a:pt x="47916" y="160782"/>
                      <a:pt x="37629" y="162401"/>
                      <a:pt x="29057" y="165545"/>
                    </a:cubicBezTo>
                    <a:cubicBezTo>
                      <a:pt x="20579" y="168688"/>
                      <a:pt x="14864" y="173164"/>
                      <a:pt x="12007" y="178879"/>
                    </a:cubicBezTo>
                    <a:lnTo>
                      <a:pt x="3053" y="178879"/>
                    </a:lnTo>
                    <a:lnTo>
                      <a:pt x="4482" y="98203"/>
                    </a:lnTo>
                    <a:lnTo>
                      <a:pt x="13435" y="98203"/>
                    </a:lnTo>
                    <a:cubicBezTo>
                      <a:pt x="16769" y="112490"/>
                      <a:pt x="28485" y="125349"/>
                      <a:pt x="48392" y="136970"/>
                    </a:cubicBezTo>
                    <a:cubicBezTo>
                      <a:pt x="60489" y="143732"/>
                      <a:pt x="75919" y="150114"/>
                      <a:pt x="94874" y="156020"/>
                    </a:cubicBezTo>
                    <a:cubicBezTo>
                      <a:pt x="113734" y="161925"/>
                      <a:pt x="133546" y="166497"/>
                      <a:pt x="154310" y="169736"/>
                    </a:cubicBezTo>
                    <a:cubicBezTo>
                      <a:pt x="175075" y="173069"/>
                      <a:pt x="194887" y="174688"/>
                      <a:pt x="213556" y="174688"/>
                    </a:cubicBezTo>
                    <a:cubicBezTo>
                      <a:pt x="230224" y="174688"/>
                      <a:pt x="245369" y="173355"/>
                      <a:pt x="259276" y="170688"/>
                    </a:cubicBezTo>
                    <a:cubicBezTo>
                      <a:pt x="273087" y="168021"/>
                      <a:pt x="283755" y="164306"/>
                      <a:pt x="291375" y="159544"/>
                    </a:cubicBezTo>
                    <a:cubicBezTo>
                      <a:pt x="299090" y="154781"/>
                      <a:pt x="302805" y="149352"/>
                      <a:pt x="302710" y="143351"/>
                    </a:cubicBezTo>
                    <a:cubicBezTo>
                      <a:pt x="302710" y="136970"/>
                      <a:pt x="297280" y="131350"/>
                      <a:pt x="286803" y="126301"/>
                    </a:cubicBezTo>
                    <a:cubicBezTo>
                      <a:pt x="282041" y="124016"/>
                      <a:pt x="275754" y="122015"/>
                      <a:pt x="268229" y="120110"/>
                    </a:cubicBezTo>
                    <a:cubicBezTo>
                      <a:pt x="260609" y="118205"/>
                      <a:pt x="250799" y="116205"/>
                      <a:pt x="238702" y="114205"/>
                    </a:cubicBezTo>
                    <a:cubicBezTo>
                      <a:pt x="226700" y="112204"/>
                      <a:pt x="210127" y="109918"/>
                      <a:pt x="189172" y="107156"/>
                    </a:cubicBezTo>
                    <a:lnTo>
                      <a:pt x="163549" y="103822"/>
                    </a:lnTo>
                    <a:cubicBezTo>
                      <a:pt x="123735" y="98584"/>
                      <a:pt x="96208" y="94583"/>
                      <a:pt x="80873" y="91726"/>
                    </a:cubicBezTo>
                    <a:cubicBezTo>
                      <a:pt x="63632" y="88678"/>
                      <a:pt x="50297" y="85630"/>
                      <a:pt x="40582" y="82582"/>
                    </a:cubicBezTo>
                    <a:cubicBezTo>
                      <a:pt x="30771" y="79534"/>
                      <a:pt x="22484" y="75629"/>
                      <a:pt x="15340" y="70961"/>
                    </a:cubicBezTo>
                    <a:cubicBezTo>
                      <a:pt x="4958" y="64389"/>
                      <a:pt x="-185" y="57245"/>
                      <a:pt x="5" y="49339"/>
                    </a:cubicBezTo>
                    <a:cubicBezTo>
                      <a:pt x="196" y="39910"/>
                      <a:pt x="6196" y="31337"/>
                      <a:pt x="18007" y="23813"/>
                    </a:cubicBezTo>
                    <a:cubicBezTo>
                      <a:pt x="29818" y="16288"/>
                      <a:pt x="46201" y="10478"/>
                      <a:pt x="67157" y="6287"/>
                    </a:cubicBezTo>
                    <a:cubicBezTo>
                      <a:pt x="88111" y="2096"/>
                      <a:pt x="111257" y="0"/>
                      <a:pt x="136784" y="0"/>
                    </a:cubicBezTo>
                    <a:cubicBezTo>
                      <a:pt x="175170" y="0"/>
                      <a:pt x="215080" y="5143"/>
                      <a:pt x="256513" y="15430"/>
                    </a:cubicBezTo>
                    <a:cubicBezTo>
                      <a:pt x="270991" y="18859"/>
                      <a:pt x="280898" y="20669"/>
                      <a:pt x="286232" y="20669"/>
                    </a:cubicBezTo>
                    <a:cubicBezTo>
                      <a:pt x="299376" y="20669"/>
                      <a:pt x="308806" y="16002"/>
                      <a:pt x="314425" y="666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algun Gothic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240" name="Google Shape;240;p13"/>
              <p:cNvGrpSpPr/>
              <p:nvPr/>
            </p:nvGrpSpPr>
            <p:grpSpPr>
              <a:xfrm>
                <a:off x="8090373" y="4001166"/>
                <a:ext cx="2161508" cy="863822"/>
                <a:chOff x="8090373" y="4001166"/>
                <a:chExt cx="2161508" cy="863822"/>
              </a:xfrm>
            </p:grpSpPr>
            <p:sp>
              <p:nvSpPr>
                <p:cNvPr id="241" name="Google Shape;241;p13"/>
                <p:cNvSpPr/>
                <p:nvPr/>
              </p:nvSpPr>
              <p:spPr>
                <a:xfrm>
                  <a:off x="8090373" y="4001166"/>
                  <a:ext cx="985932" cy="478440"/>
                </a:xfrm>
                <a:custGeom>
                  <a:rect b="b" l="l" r="r" t="t"/>
                  <a:pathLst>
                    <a:path extrusionOk="0" h="478440" w="985932">
                      <a:moveTo>
                        <a:pt x="803434" y="478441"/>
                      </a:moveTo>
                      <a:lnTo>
                        <a:pt x="0" y="0"/>
                      </a:lnTo>
                      <a:lnTo>
                        <a:pt x="985933" y="394049"/>
                      </a:lnTo>
                      <a:lnTo>
                        <a:pt x="803434" y="478441"/>
                      </a:lnTo>
                      <a:close/>
                    </a:path>
                  </a:pathLst>
                </a:custGeom>
                <a:solidFill>
                  <a:srgbClr val="2C79AE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Malgun Gothic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42" name="Google Shape;242;p13"/>
                <p:cNvSpPr/>
                <p:nvPr/>
              </p:nvSpPr>
              <p:spPr>
                <a:xfrm>
                  <a:off x="8090373" y="4001166"/>
                  <a:ext cx="1162431" cy="394049"/>
                </a:xfrm>
                <a:custGeom>
                  <a:rect b="b" l="l" r="r" t="t"/>
                  <a:pathLst>
                    <a:path extrusionOk="0" h="394049" w="1162431">
                      <a:moveTo>
                        <a:pt x="1162431" y="312515"/>
                      </a:moveTo>
                      <a:lnTo>
                        <a:pt x="0" y="0"/>
                      </a:lnTo>
                      <a:lnTo>
                        <a:pt x="985933" y="394049"/>
                      </a:lnTo>
                      <a:lnTo>
                        <a:pt x="1162431" y="312515"/>
                      </a:lnTo>
                      <a:close/>
                    </a:path>
                  </a:pathLst>
                </a:custGeom>
                <a:solidFill>
                  <a:srgbClr val="338DC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Malgun Gothic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43" name="Google Shape;243;p13"/>
                <p:cNvSpPr/>
                <p:nvPr/>
              </p:nvSpPr>
              <p:spPr>
                <a:xfrm>
                  <a:off x="8893807" y="4395216"/>
                  <a:ext cx="1358074" cy="469772"/>
                </a:xfrm>
                <a:custGeom>
                  <a:rect b="b" l="l" r="r" t="t"/>
                  <a:pathLst>
                    <a:path extrusionOk="0" h="469772" w="1358074">
                      <a:moveTo>
                        <a:pt x="0" y="84392"/>
                      </a:moveTo>
                      <a:lnTo>
                        <a:pt x="1358074" y="469773"/>
                      </a:lnTo>
                      <a:lnTo>
                        <a:pt x="182499" y="0"/>
                      </a:lnTo>
                      <a:lnTo>
                        <a:pt x="0" y="84392"/>
                      </a:ln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Malgun Gothic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44" name="Google Shape;244;p13"/>
                <p:cNvSpPr/>
                <p:nvPr/>
              </p:nvSpPr>
              <p:spPr>
                <a:xfrm>
                  <a:off x="9076306" y="4313681"/>
                  <a:ext cx="1175575" cy="551306"/>
                </a:xfrm>
                <a:custGeom>
                  <a:rect b="b" l="l" r="r" t="t"/>
                  <a:pathLst>
                    <a:path extrusionOk="0" h="551306" w="1175575">
                      <a:moveTo>
                        <a:pt x="176498" y="0"/>
                      </a:moveTo>
                      <a:lnTo>
                        <a:pt x="1175575" y="551307"/>
                      </a:lnTo>
                      <a:lnTo>
                        <a:pt x="0" y="81534"/>
                      </a:lnTo>
                      <a:lnTo>
                        <a:pt x="176498" y="0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Malgun Gothic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45" name="Google Shape;245;p13"/>
                <p:cNvSpPr/>
                <p:nvPr/>
              </p:nvSpPr>
              <p:spPr>
                <a:xfrm>
                  <a:off x="8831709" y="4292338"/>
                  <a:ext cx="489192" cy="210308"/>
                </a:xfrm>
                <a:custGeom>
                  <a:rect b="b" l="l" r="r" t="t"/>
                  <a:pathLst>
                    <a:path extrusionOk="0" h="210308" w="489192">
                      <a:moveTo>
                        <a:pt x="408522" y="27059"/>
                      </a:moveTo>
                      <a:cubicBezTo>
                        <a:pt x="507963" y="65635"/>
                        <a:pt x="517298" y="132024"/>
                        <a:pt x="426334" y="175458"/>
                      </a:cubicBezTo>
                      <a:cubicBezTo>
                        <a:pt x="333751" y="219654"/>
                        <a:pt x="175350" y="222131"/>
                        <a:pt x="75433" y="181078"/>
                      </a:cubicBezTo>
                      <a:cubicBezTo>
                        <a:pt x="-22865" y="140597"/>
                        <a:pt x="-24865" y="73922"/>
                        <a:pt x="68099" y="32297"/>
                      </a:cubicBezTo>
                      <a:cubicBezTo>
                        <a:pt x="159444" y="-8660"/>
                        <a:pt x="310605" y="-10946"/>
                        <a:pt x="408522" y="2705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Malgun Gothic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46" name="Google Shape;246;p13"/>
                <p:cNvSpPr/>
                <p:nvPr/>
              </p:nvSpPr>
              <p:spPr>
                <a:xfrm>
                  <a:off x="8952613" y="4342686"/>
                  <a:ext cx="247454" cy="106286"/>
                </a:xfrm>
                <a:custGeom>
                  <a:rect b="b" l="l" r="r" t="t"/>
                  <a:pathLst>
                    <a:path extrusionOk="0" h="106286" w="247454">
                      <a:moveTo>
                        <a:pt x="207323" y="13954"/>
                      </a:moveTo>
                      <a:cubicBezTo>
                        <a:pt x="257519" y="33670"/>
                        <a:pt x="261234" y="67294"/>
                        <a:pt x="215038" y="89011"/>
                      </a:cubicBezTo>
                      <a:cubicBezTo>
                        <a:pt x="168366" y="110918"/>
                        <a:pt x="89118" y="112156"/>
                        <a:pt x="38826" y="91773"/>
                      </a:cubicBezTo>
                      <a:cubicBezTo>
                        <a:pt x="-11085" y="71580"/>
                        <a:pt x="-12991" y="37861"/>
                        <a:pt x="33777" y="16621"/>
                      </a:cubicBezTo>
                      <a:cubicBezTo>
                        <a:pt x="80164" y="-4430"/>
                        <a:pt x="157507" y="-5668"/>
                        <a:pt x="207323" y="13954"/>
                      </a:cubicBezTo>
                      <a:close/>
                    </a:path>
                  </a:pathLst>
                </a:custGeom>
                <a:solidFill>
                  <a:srgbClr val="2C79AE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Malgun Gothic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</p:grpSp>
      </p:grpSp>
      <p:grpSp>
        <p:nvGrpSpPr>
          <p:cNvPr id="247" name="Google Shape;247;p13"/>
          <p:cNvGrpSpPr/>
          <p:nvPr/>
        </p:nvGrpSpPr>
        <p:grpSpPr>
          <a:xfrm>
            <a:off x="6314405" y="455272"/>
            <a:ext cx="5257118" cy="407690"/>
            <a:chOff x="6314405" y="455272"/>
            <a:chExt cx="5257118" cy="407690"/>
          </a:xfrm>
        </p:grpSpPr>
        <p:sp>
          <p:nvSpPr>
            <p:cNvPr id="248" name="Google Shape;248;p13"/>
            <p:cNvSpPr/>
            <p:nvPr/>
          </p:nvSpPr>
          <p:spPr>
            <a:xfrm>
              <a:off x="11163833" y="455272"/>
              <a:ext cx="407690" cy="407690"/>
            </a:xfrm>
            <a:prstGeom prst="rect">
              <a:avLst/>
            </a:prstGeom>
            <a:noFill/>
            <a:ln>
              <a:noFill/>
            </a:ln>
          </p:spPr>
        </p:sp>
        <p:grpSp>
          <p:nvGrpSpPr>
            <p:cNvPr id="249" name="Google Shape;249;p13"/>
            <p:cNvGrpSpPr/>
            <p:nvPr/>
          </p:nvGrpSpPr>
          <p:grpSpPr>
            <a:xfrm>
              <a:off x="6314405" y="538775"/>
              <a:ext cx="4630005" cy="260552"/>
              <a:chOff x="6345840" y="538352"/>
              <a:chExt cx="4630005" cy="260552"/>
            </a:xfrm>
          </p:grpSpPr>
          <p:pic>
            <p:nvPicPr>
              <p:cNvPr descr="A black background with orange and blue text&#10;&#10;AI-generated content may be incorrect." id="250" name="Google Shape;250;p1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9554022" y="566450"/>
                <a:ext cx="1421823" cy="23245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1" name="Google Shape;251;p13"/>
              <p:cNvSpPr/>
              <p:nvPr/>
            </p:nvSpPr>
            <p:spPr>
              <a:xfrm>
                <a:off x="7920445" y="538352"/>
                <a:ext cx="1380840" cy="23488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2" name="Google Shape;252;p13"/>
              <p:cNvSpPr/>
              <p:nvPr/>
            </p:nvSpPr>
            <p:spPr>
              <a:xfrm>
                <a:off x="6345840" y="542659"/>
                <a:ext cx="1304934" cy="253311"/>
              </a:xfrm>
              <a:prstGeom prst="rect">
                <a:avLst/>
              </a:prstGeom>
              <a:noFill/>
              <a:ln>
                <a:noFill/>
              </a:ln>
            </p:spPr>
          </p:sp>
        </p:grpSp>
      </p:grpSp>
      <p:sp>
        <p:nvSpPr>
          <p:cNvPr id="253" name="Google Shape;253;p13"/>
          <p:cNvSpPr/>
          <p:nvPr/>
        </p:nvSpPr>
        <p:spPr>
          <a:xfrm>
            <a:off x="1366294" y="2084236"/>
            <a:ext cx="2919664" cy="447292"/>
          </a:xfrm>
          <a:prstGeom prst="roundRect">
            <a:avLst>
              <a:gd fmla="val 16667" name="adj"/>
            </a:avLst>
          </a:prstGeom>
          <a:solidFill>
            <a:srgbClr val="338D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 </a:t>
            </a:r>
            <a:r>
              <a:rPr b="1" i="0" lang="ko-KR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실험실창업탐색교육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간지 (학습 목표)">
  <p:cSld name="간지 (학습 목표)">
    <p:bg>
      <p:bgPr>
        <a:solidFill>
          <a:srgbClr val="1F2845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14"/>
          <p:cNvGrpSpPr/>
          <p:nvPr/>
        </p:nvGrpSpPr>
        <p:grpSpPr>
          <a:xfrm flipH="1">
            <a:off x="0" y="0"/>
            <a:ext cx="10290313" cy="6858000"/>
            <a:chOff x="1901687" y="0"/>
            <a:chExt cx="10290313" cy="6858000"/>
          </a:xfrm>
        </p:grpSpPr>
        <p:pic>
          <p:nvPicPr>
            <p:cNvPr id="256" name="Google Shape;256;p14"/>
            <p:cNvPicPr preferRelativeResize="0"/>
            <p:nvPr/>
          </p:nvPicPr>
          <p:blipFill rotWithShape="1">
            <a:blip r:embed="rId2">
              <a:alphaModFix amt="50000"/>
            </a:blip>
            <a:srcRect b="0" l="0" r="0" t="0"/>
            <a:stretch/>
          </p:blipFill>
          <p:spPr>
            <a:xfrm flipH="1">
              <a:off x="1903971" y="0"/>
              <a:ext cx="10288029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14"/>
            <p:cNvSpPr/>
            <p:nvPr/>
          </p:nvSpPr>
          <p:spPr>
            <a:xfrm>
              <a:off x="1901687" y="0"/>
              <a:ext cx="9006819" cy="6858000"/>
            </a:xfrm>
            <a:prstGeom prst="rect">
              <a:avLst/>
            </a:prstGeom>
            <a:gradFill>
              <a:gsLst>
                <a:gs pos="0">
                  <a:srgbClr val="1F2845"/>
                </a:gs>
                <a:gs pos="43000">
                  <a:srgbClr val="1F2845"/>
                </a:gs>
                <a:gs pos="100000">
                  <a:srgbClr val="1F2845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58" name="Google Shape;258;p14"/>
          <p:cNvSpPr/>
          <p:nvPr/>
        </p:nvSpPr>
        <p:spPr>
          <a:xfrm>
            <a:off x="897467" y="783165"/>
            <a:ext cx="10735733" cy="5588000"/>
          </a:xfrm>
          <a:prstGeom prst="rect">
            <a:avLst/>
          </a:prstGeom>
          <a:solidFill>
            <a:srgbClr val="338D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728134" y="635000"/>
            <a:ext cx="10735733" cy="558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rotWithShape="0" algn="t" dir="5400000" dist="38100">
              <a:srgbClr val="000000">
                <a:alpha val="2117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1023038" y="438441"/>
            <a:ext cx="430053" cy="546099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14"/>
          <p:cNvSpPr txBox="1"/>
          <p:nvPr/>
        </p:nvSpPr>
        <p:spPr>
          <a:xfrm>
            <a:off x="1453091" y="1354266"/>
            <a:ext cx="2159001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121C"/>
              </a:buClr>
              <a:buSzPts val="3000"/>
              <a:buFont typeface="Arial"/>
              <a:buNone/>
            </a:pPr>
            <a:r>
              <a:rPr b="0" i="0" lang="ko-KR" sz="3000" u="none" cap="none" strike="noStrike">
                <a:solidFill>
                  <a:srgbClr val="03121C"/>
                </a:solidFill>
                <a:latin typeface="Arial"/>
                <a:ea typeface="Arial"/>
                <a:cs typeface="Arial"/>
                <a:sym typeface="Arial"/>
              </a:rPr>
              <a:t>실습 목차</a:t>
            </a:r>
            <a:endParaRPr b="0" i="0" sz="3000" u="none" cap="none" strike="noStrike">
              <a:solidFill>
                <a:srgbClr val="0312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1498600" y="1794714"/>
            <a:ext cx="9389533" cy="228600"/>
          </a:xfrm>
          <a:custGeom>
            <a:rect b="b" l="l" r="r" t="t"/>
            <a:pathLst>
              <a:path extrusionOk="0" h="228600" w="9389533">
                <a:moveTo>
                  <a:pt x="0" y="228600"/>
                </a:moveTo>
                <a:lnTo>
                  <a:pt x="9245600" y="228600"/>
                </a:lnTo>
                <a:lnTo>
                  <a:pt x="9389533" y="0"/>
                </a:lnTo>
              </a:path>
            </a:pathLst>
          </a:custGeom>
          <a:noFill/>
          <a:ln cap="flat" cmpd="sng" w="349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63" name="Google Shape;263;p14"/>
          <p:cNvCxnSpPr/>
          <p:nvPr/>
        </p:nvCxnSpPr>
        <p:spPr>
          <a:xfrm>
            <a:off x="1499265" y="2023314"/>
            <a:ext cx="1529685" cy="0"/>
          </a:xfrm>
          <a:prstGeom prst="straightConnector1">
            <a:avLst/>
          </a:prstGeom>
          <a:noFill/>
          <a:ln cap="flat" cmpd="sng" w="34925">
            <a:solidFill>
              <a:srgbClr val="338DC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64" name="Google Shape;264;p14"/>
          <p:cNvSpPr/>
          <p:nvPr/>
        </p:nvSpPr>
        <p:spPr>
          <a:xfrm>
            <a:off x="9066279" y="3703432"/>
            <a:ext cx="1723302" cy="1723302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65" name="Google Shape;265;p14"/>
          <p:cNvGrpSpPr/>
          <p:nvPr/>
        </p:nvGrpSpPr>
        <p:grpSpPr>
          <a:xfrm>
            <a:off x="6659972" y="917280"/>
            <a:ext cx="4247216" cy="242434"/>
            <a:chOff x="6804820" y="6329868"/>
            <a:chExt cx="4247216" cy="242434"/>
          </a:xfrm>
        </p:grpSpPr>
        <p:sp>
          <p:nvSpPr>
            <p:cNvPr id="266" name="Google Shape;266;p14"/>
            <p:cNvSpPr/>
            <p:nvPr/>
          </p:nvSpPr>
          <p:spPr>
            <a:xfrm>
              <a:off x="8207446" y="6329868"/>
              <a:ext cx="1316484" cy="223937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67" name="Google Shape;26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804820" y="6334101"/>
              <a:ext cx="1191005" cy="2382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black background with orange and blue text&#10;&#10;AI-generated content may be incorrect." id="268" name="Google Shape;26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35552" y="6357070"/>
              <a:ext cx="1316484" cy="2152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9" name="Google Shape;269;p14"/>
          <p:cNvSpPr txBox="1"/>
          <p:nvPr/>
        </p:nvSpPr>
        <p:spPr>
          <a:xfrm>
            <a:off x="1452467" y="1097152"/>
            <a:ext cx="6096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과학기술 창업, </a:t>
            </a:r>
            <a:r>
              <a:rPr b="1" i="0" lang="ko-KR" sz="1100" u="none" cap="none" strike="noStrike">
                <a:solidFill>
                  <a:srgbClr val="2C79AE"/>
                </a:solidFill>
                <a:latin typeface="Arial"/>
                <a:ea typeface="Arial"/>
                <a:cs typeface="Arial"/>
                <a:sym typeface="Arial"/>
              </a:rPr>
              <a:t>혁신</a:t>
            </a:r>
            <a:r>
              <a:rPr b="0" i="0" lang="ko-KR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의 </a:t>
            </a:r>
            <a:r>
              <a:rPr b="1" i="0" lang="ko-KR" sz="1100" u="none" cap="none" strike="noStrike">
                <a:solidFill>
                  <a:srgbClr val="2C79AE"/>
                </a:solidFill>
                <a:latin typeface="Arial"/>
                <a:ea typeface="Arial"/>
                <a:cs typeface="Arial"/>
                <a:sym typeface="Arial"/>
              </a:rPr>
              <a:t>물결</a:t>
            </a:r>
            <a:r>
              <a:rPr b="0" i="0" lang="ko-KR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을 일으키다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속지">
  <p:cSld name="속지">
    <p:bg>
      <p:bgPr>
        <a:solidFill>
          <a:srgbClr val="1F2845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oogle Shape;271;p1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272" name="Google Shape;272;p15"/>
            <p:cNvGrpSpPr/>
            <p:nvPr/>
          </p:nvGrpSpPr>
          <p:grpSpPr>
            <a:xfrm flipH="1">
              <a:off x="0" y="0"/>
              <a:ext cx="10290313" cy="6858000"/>
              <a:chOff x="1901687" y="0"/>
              <a:chExt cx="10290313" cy="6858000"/>
            </a:xfrm>
          </p:grpSpPr>
          <p:pic>
            <p:nvPicPr>
              <p:cNvPr id="273" name="Google Shape;273;p15"/>
              <p:cNvPicPr preferRelativeResize="0"/>
              <p:nvPr/>
            </p:nvPicPr>
            <p:blipFill rotWithShape="1">
              <a:blip r:embed="rId2">
                <a:alphaModFix amt="50000"/>
              </a:blip>
              <a:srcRect b="0" l="0" r="0" t="0"/>
              <a:stretch/>
            </p:blipFill>
            <p:spPr>
              <a:xfrm flipH="1">
                <a:off x="1903971" y="0"/>
                <a:ext cx="10288029" cy="6858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4" name="Google Shape;274;p15"/>
              <p:cNvSpPr/>
              <p:nvPr/>
            </p:nvSpPr>
            <p:spPr>
              <a:xfrm>
                <a:off x="1901687" y="0"/>
                <a:ext cx="9006819" cy="6858000"/>
              </a:xfrm>
              <a:prstGeom prst="rect">
                <a:avLst/>
              </a:prstGeom>
              <a:gradFill>
                <a:gsLst>
                  <a:gs pos="0">
                    <a:srgbClr val="1F2845"/>
                  </a:gs>
                  <a:gs pos="43000">
                    <a:srgbClr val="1F2845"/>
                  </a:gs>
                  <a:gs pos="100000">
                    <a:srgbClr val="1F2845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275" name="Google Shape;275;p15"/>
            <p:cNvPicPr preferRelativeResize="0"/>
            <p:nvPr/>
          </p:nvPicPr>
          <p:blipFill rotWithShape="1">
            <a:blip r:embed="rId3">
              <a:alphaModFix/>
            </a:blip>
            <a:srcRect b="0" l="38020" r="0" t="0"/>
            <a:stretch/>
          </p:blipFill>
          <p:spPr>
            <a:xfrm>
              <a:off x="5816600" y="0"/>
              <a:ext cx="6375400" cy="6858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6" name="Google Shape;276;p15"/>
            <p:cNvGrpSpPr/>
            <p:nvPr/>
          </p:nvGrpSpPr>
          <p:grpSpPr>
            <a:xfrm>
              <a:off x="1949507" y="0"/>
              <a:ext cx="7990360" cy="6858000"/>
              <a:chOff x="1949507" y="0"/>
              <a:chExt cx="7990360" cy="6858000"/>
            </a:xfrm>
          </p:grpSpPr>
          <p:sp>
            <p:nvSpPr>
              <p:cNvPr id="277" name="Google Shape;277;p15"/>
              <p:cNvSpPr/>
              <p:nvPr/>
            </p:nvSpPr>
            <p:spPr>
              <a:xfrm>
                <a:off x="5824243" y="0"/>
                <a:ext cx="4115624" cy="6858000"/>
              </a:xfrm>
              <a:prstGeom prst="rect">
                <a:avLst/>
              </a:prstGeom>
              <a:gradFill>
                <a:gsLst>
                  <a:gs pos="0">
                    <a:srgbClr val="1F2845"/>
                  </a:gs>
                  <a:gs pos="43000">
                    <a:srgbClr val="1F2845"/>
                  </a:gs>
                  <a:gs pos="100000">
                    <a:srgbClr val="1F2845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algun Gothic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78" name="Google Shape;278;p15"/>
              <p:cNvSpPr/>
              <p:nvPr/>
            </p:nvSpPr>
            <p:spPr>
              <a:xfrm flipH="1">
                <a:off x="1949507" y="0"/>
                <a:ext cx="4115624" cy="6858000"/>
              </a:xfrm>
              <a:prstGeom prst="rect">
                <a:avLst/>
              </a:prstGeom>
              <a:gradFill>
                <a:gsLst>
                  <a:gs pos="0">
                    <a:srgbClr val="1F2845"/>
                  </a:gs>
                  <a:gs pos="43000">
                    <a:srgbClr val="1F2845"/>
                  </a:gs>
                  <a:gs pos="100000">
                    <a:srgbClr val="1F2845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algun Gothic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279" name="Google Shape;279;p15"/>
          <p:cNvSpPr/>
          <p:nvPr/>
        </p:nvSpPr>
        <p:spPr>
          <a:xfrm>
            <a:off x="414867" y="1032934"/>
            <a:ext cx="11362267" cy="5405966"/>
          </a:xfrm>
          <a:prstGeom prst="roundRect">
            <a:avLst>
              <a:gd fmla="val 27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694266" y="0"/>
            <a:ext cx="660400" cy="1032934"/>
          </a:xfrm>
          <a:prstGeom prst="rect">
            <a:avLst/>
          </a:prstGeom>
          <a:solidFill>
            <a:srgbClr val="338D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11146928" y="5920415"/>
            <a:ext cx="630206" cy="307778"/>
          </a:xfrm>
          <a:custGeom>
            <a:rect b="b" l="l" r="r" t="t"/>
            <a:pathLst>
              <a:path extrusionOk="0" h="307778" w="630206">
                <a:moveTo>
                  <a:pt x="0" y="153888"/>
                </a:moveTo>
                <a:lnTo>
                  <a:pt x="0" y="153889"/>
                </a:lnTo>
                <a:lnTo>
                  <a:pt x="0" y="153889"/>
                </a:lnTo>
                <a:close/>
                <a:moveTo>
                  <a:pt x="153889" y="0"/>
                </a:moveTo>
                <a:lnTo>
                  <a:pt x="630206" y="0"/>
                </a:lnTo>
                <a:lnTo>
                  <a:pt x="630206" y="307778"/>
                </a:lnTo>
                <a:lnTo>
                  <a:pt x="153889" y="307777"/>
                </a:lnTo>
                <a:cubicBezTo>
                  <a:pt x="90146" y="307777"/>
                  <a:pt x="35455" y="269022"/>
                  <a:pt x="12093" y="213789"/>
                </a:cubicBezTo>
                <a:lnTo>
                  <a:pt x="0" y="153889"/>
                </a:lnTo>
                <a:lnTo>
                  <a:pt x="12093" y="93989"/>
                </a:lnTo>
                <a:cubicBezTo>
                  <a:pt x="35455" y="38755"/>
                  <a:pt x="90146" y="0"/>
                  <a:pt x="153889" y="0"/>
                </a:cubicBezTo>
                <a:close/>
              </a:path>
            </a:pathLst>
          </a:custGeom>
          <a:solidFill>
            <a:srgbClr val="D8D8D8">
              <a:alpha val="6117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82" name="Google Shape;282;p15"/>
          <p:cNvGrpSpPr/>
          <p:nvPr/>
        </p:nvGrpSpPr>
        <p:grpSpPr>
          <a:xfrm>
            <a:off x="6659972" y="5976333"/>
            <a:ext cx="4247216" cy="242434"/>
            <a:chOff x="6804820" y="6329868"/>
            <a:chExt cx="4247216" cy="242434"/>
          </a:xfrm>
        </p:grpSpPr>
        <p:sp>
          <p:nvSpPr>
            <p:cNvPr id="283" name="Google Shape;283;p15"/>
            <p:cNvSpPr/>
            <p:nvPr/>
          </p:nvSpPr>
          <p:spPr>
            <a:xfrm>
              <a:off x="8207446" y="6329868"/>
              <a:ext cx="1316484" cy="223937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84" name="Google Shape;284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04820" y="6334101"/>
              <a:ext cx="1191005" cy="2382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black background with orange and blue text&#10;&#10;AI-generated content may be incorrect." id="285" name="Google Shape;285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735552" y="6357070"/>
              <a:ext cx="1316484" cy="2152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6" name="Google Shape;286;p15"/>
          <p:cNvGrpSpPr/>
          <p:nvPr/>
        </p:nvGrpSpPr>
        <p:grpSpPr>
          <a:xfrm>
            <a:off x="5129726" y="362234"/>
            <a:ext cx="6621373" cy="502273"/>
            <a:chOff x="5000310" y="362234"/>
            <a:chExt cx="6621373" cy="502273"/>
          </a:xfrm>
        </p:grpSpPr>
        <p:sp>
          <p:nvSpPr>
            <p:cNvPr id="287" name="Google Shape;287;p15"/>
            <p:cNvSpPr txBox="1"/>
            <p:nvPr/>
          </p:nvSpPr>
          <p:spPr>
            <a:xfrm>
              <a:off x="5000310" y="602897"/>
              <a:ext cx="6096000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5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과학기술 창업, 혁신의 물결을 일으키다</a:t>
              </a:r>
              <a:endParaRPr/>
            </a:p>
          </p:txBody>
        </p:sp>
        <p:sp>
          <p:nvSpPr>
            <p:cNvPr id="288" name="Google Shape;288;p15"/>
            <p:cNvSpPr/>
            <p:nvPr/>
          </p:nvSpPr>
          <p:spPr>
            <a:xfrm>
              <a:off x="11177821" y="391903"/>
              <a:ext cx="443862" cy="44386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89" name="Google Shape;289;p15"/>
            <p:cNvSpPr txBox="1"/>
            <p:nvPr/>
          </p:nvSpPr>
          <p:spPr>
            <a:xfrm>
              <a:off x="5000310" y="362234"/>
              <a:ext cx="6096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8DC9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38DC9"/>
                  </a:solidFill>
                  <a:latin typeface="Arial"/>
                  <a:ea typeface="Arial"/>
                  <a:cs typeface="Arial"/>
                  <a:sym typeface="Arial"/>
                </a:rPr>
                <a:t>2026 실험실창업탐색교육</a:t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간지 (학습 목표)">
  <p:cSld name="1_간지 (학습 목표)">
    <p:bg>
      <p:bgPr>
        <a:solidFill>
          <a:srgbClr val="1F2845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oogle Shape;291;p16"/>
          <p:cNvGrpSpPr/>
          <p:nvPr/>
        </p:nvGrpSpPr>
        <p:grpSpPr>
          <a:xfrm flipH="1">
            <a:off x="0" y="0"/>
            <a:ext cx="10290313" cy="6858000"/>
            <a:chOff x="1901687" y="0"/>
            <a:chExt cx="10290313" cy="6858000"/>
          </a:xfrm>
        </p:grpSpPr>
        <p:pic>
          <p:nvPicPr>
            <p:cNvPr id="292" name="Google Shape;292;p16"/>
            <p:cNvPicPr preferRelativeResize="0"/>
            <p:nvPr/>
          </p:nvPicPr>
          <p:blipFill rotWithShape="1">
            <a:blip r:embed="rId2">
              <a:alphaModFix amt="50000"/>
            </a:blip>
            <a:srcRect b="0" l="0" r="0" t="0"/>
            <a:stretch/>
          </p:blipFill>
          <p:spPr>
            <a:xfrm flipH="1">
              <a:off x="1903971" y="0"/>
              <a:ext cx="10288029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" name="Google Shape;293;p16"/>
            <p:cNvSpPr/>
            <p:nvPr/>
          </p:nvSpPr>
          <p:spPr>
            <a:xfrm>
              <a:off x="1901687" y="0"/>
              <a:ext cx="9006819" cy="6858000"/>
            </a:xfrm>
            <a:prstGeom prst="rect">
              <a:avLst/>
            </a:prstGeom>
            <a:gradFill>
              <a:gsLst>
                <a:gs pos="0">
                  <a:srgbClr val="1F2845"/>
                </a:gs>
                <a:gs pos="43000">
                  <a:srgbClr val="1F2845"/>
                </a:gs>
                <a:gs pos="100000">
                  <a:srgbClr val="1F2845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94" name="Google Shape;294;p16"/>
          <p:cNvSpPr/>
          <p:nvPr/>
        </p:nvSpPr>
        <p:spPr>
          <a:xfrm>
            <a:off x="897467" y="783165"/>
            <a:ext cx="10735733" cy="5588000"/>
          </a:xfrm>
          <a:prstGeom prst="rect">
            <a:avLst/>
          </a:prstGeom>
          <a:solidFill>
            <a:srgbClr val="338D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728134" y="635000"/>
            <a:ext cx="10735733" cy="558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rotWithShape="0" algn="t" dir="5400000" dist="38100">
              <a:srgbClr val="000000">
                <a:alpha val="2117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1023038" y="438441"/>
            <a:ext cx="430053" cy="546099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16"/>
          <p:cNvSpPr/>
          <p:nvPr/>
        </p:nvSpPr>
        <p:spPr>
          <a:xfrm>
            <a:off x="9066279" y="3703432"/>
            <a:ext cx="1723302" cy="172330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sheet of paper with black text&#10;&#10;Description automatically generated" id="302" name="Google Shape;302;p9"/>
          <p:cNvPicPr preferRelativeResize="0"/>
          <p:nvPr/>
        </p:nvPicPr>
        <p:blipFill rotWithShape="1">
          <a:blip r:embed="rId2">
            <a:alphaModFix/>
          </a:blip>
          <a:srcRect b="608" l="348" r="348" t="462"/>
          <a:stretch/>
        </p:blipFill>
        <p:spPr>
          <a:xfrm>
            <a:off x="0" y="614680"/>
            <a:ext cx="12192000" cy="6243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사용자 지정 레이아웃">
  <p:cSld name="사용자 지정 레이아웃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12158297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12192000" cy="621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92375" y="5039708"/>
            <a:ext cx="3296279" cy="2480209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0"/>
          <p:cNvSpPr/>
          <p:nvPr/>
        </p:nvSpPr>
        <p:spPr>
          <a:xfrm>
            <a:off x="897467" y="901700"/>
            <a:ext cx="10397067" cy="5467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863764" y="901700"/>
            <a:ext cx="10397065" cy="54673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D98A9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3677" y="230094"/>
            <a:ext cx="8162191" cy="195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03933" y="114279"/>
            <a:ext cx="1761196" cy="134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사용자 지정 레이아웃">
  <p:cSld name="3_사용자 지정 레이아웃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"/>
            <a:ext cx="12192000" cy="621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03933" y="114279"/>
            <a:ext cx="1761196" cy="13453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3"/>
    <p:sldLayoutId id="2147483657" r:id="rId4"/>
    <p:sldLayoutId id="2147483658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"/>
          <p:cNvSpPr txBox="1"/>
          <p:nvPr/>
        </p:nvSpPr>
        <p:spPr>
          <a:xfrm>
            <a:off x="592184" y="859270"/>
            <a:ext cx="609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최종발표자료</a:t>
            </a:r>
            <a:endParaRPr/>
          </a:p>
        </p:txBody>
      </p:sp>
      <p:sp>
        <p:nvSpPr>
          <p:cNvPr id="317" name="Google Shape;317;p1"/>
          <p:cNvSpPr/>
          <p:nvPr/>
        </p:nvSpPr>
        <p:spPr>
          <a:xfrm>
            <a:off x="738235" y="1785357"/>
            <a:ext cx="1446101" cy="3810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팀명</a:t>
            </a:r>
            <a:endParaRPr b="1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"/>
          <p:cNvSpPr/>
          <p:nvPr/>
        </p:nvSpPr>
        <p:spPr>
          <a:xfrm>
            <a:off x="738235" y="4902020"/>
            <a:ext cx="1446101" cy="3810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사업개요</a:t>
            </a:r>
            <a:endParaRPr/>
          </a:p>
        </p:txBody>
      </p:sp>
      <p:graphicFrame>
        <p:nvGraphicFramePr>
          <p:cNvPr id="319" name="Google Shape;319;p1"/>
          <p:cNvGraphicFramePr/>
          <p:nvPr/>
        </p:nvGraphicFramePr>
        <p:xfrm>
          <a:off x="2565714" y="41177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{8ADAF698-1CD2-4D72-A1CD-8559842525D4}</a:tableStyleId>
              </a:tblPr>
              <a:tblGrid>
                <a:gridCol w="2715950"/>
                <a:gridCol w="6140450"/>
              </a:tblGrid>
              <a:tr h="63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누구를 대상으로 한</a:t>
                      </a:r>
                      <a:r>
                        <a:rPr b="0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(Who) </a:t>
                      </a:r>
                      <a:endParaRPr/>
                    </a:p>
                  </a:txBody>
                  <a:tcPr marT="45725" marB="45725" marR="91450" marL="180000" anchor="ctr"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Freesentation 4 Regular"/>
                          <a:ea typeface="Freesentation 4 Regular"/>
                          <a:cs typeface="Freesentation 4 Regular"/>
                        </a:rPr>
                        <a:t>들녘 공동영농을 추진하며 참여 농가를 설득 중인 농업법인 대표·사무장</a:t>
                      </a:r>
                      <a:endParaRPr b="0"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0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무엇을 제공하는 제품/서비스</a:t>
                      </a:r>
                      <a:r>
                        <a:rPr b="0" lang="ko-KR" sz="14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(What) </a:t>
                      </a:r>
                      <a:endParaRPr/>
                    </a:p>
                  </a:txBody>
                  <a:tcPr marT="45725" marB="45725" marR="91450" marL="180000" anchor="ctr"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400">
                          <a:solidFill>
                            <a:srgbClr val="262B33"/>
                          </a:solidFill>
                          <a:latin typeface="Freesentation 4 Regular"/>
                          <a:ea typeface="Freesentation 4 Regular"/>
                          <a:cs typeface="Freesentation 4 Regular"/>
                        </a:rPr>
                        <a:t>농가가 참여를 거절했을 때, 대신 묶을 땅과 달라지는 배당금을 바로 알려 주는 공동영농 시뮬레이터</a:t>
                      </a:r>
                      <a:endParaRPr b="0"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어떤 문제를 겪고 있는</a:t>
                      </a:r>
                      <a:r>
                        <a:rPr b="0" lang="ko-KR" sz="14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(Why)</a:t>
                      </a:r>
                      <a:endParaRPr/>
                    </a:p>
                  </a:txBody>
                  <a:tcPr marT="45725" marB="45725" marR="91450" marL="180000" anchor="ctr"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400">
                          <a:solidFill>
                            <a:srgbClr val="262B33"/>
                          </a:solidFill>
                          <a:latin typeface="Freesentation 4 Regular"/>
                          <a:ea typeface="Freesentation 4 Regular"/>
                          <a:cs typeface="Freesentation 4 Regular"/>
                        </a:rPr>
                        <a:t>거절로 필드에 구멍이 나면 지원 면적 기준을 지킬 수 있는지, 평당 배당이 얼마나 줄지 몰라 대안을 감으로 정한다</a:t>
                      </a:r>
                      <a:endParaRPr b="0"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grpSp>
        <p:nvGrpSpPr>
          <p:cNvPr id="320" name="Google Shape;320;p1"/>
          <p:cNvGrpSpPr/>
          <p:nvPr/>
        </p:nvGrpSpPr>
        <p:grpSpPr>
          <a:xfrm>
            <a:off x="2573263" y="2341994"/>
            <a:ext cx="7555674" cy="646331"/>
            <a:chOff x="2583517" y="2679700"/>
            <a:chExt cx="7940193" cy="646331"/>
          </a:xfrm>
        </p:grpSpPr>
        <p:grpSp>
          <p:nvGrpSpPr>
            <p:cNvPr id="321" name="Google Shape;321;p1"/>
            <p:cNvGrpSpPr/>
            <p:nvPr/>
          </p:nvGrpSpPr>
          <p:grpSpPr>
            <a:xfrm>
              <a:off x="2583517" y="2679700"/>
              <a:ext cx="684532" cy="646331"/>
              <a:chOff x="1331640" y="2643051"/>
              <a:chExt cx="1224136" cy="1296144"/>
            </a:xfrm>
          </p:grpSpPr>
          <p:sp>
            <p:nvSpPr>
              <p:cNvPr descr="여성 사무직 근로자 단색으로 채워진" id="322" name="Google Shape;322;p1"/>
              <p:cNvSpPr/>
              <p:nvPr/>
            </p:nvSpPr>
            <p:spPr>
              <a:xfrm>
                <a:off x="1391072" y="2738487"/>
                <a:ext cx="1105272" cy="1105272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23" name="Google Shape;323;p1"/>
              <p:cNvSpPr/>
              <p:nvPr/>
            </p:nvSpPr>
            <p:spPr>
              <a:xfrm>
                <a:off x="1331640" y="2643051"/>
                <a:ext cx="1224136" cy="1296144"/>
              </a:xfrm>
              <a:prstGeom prst="roundRect">
                <a:avLst>
                  <a:gd fmla="val 16667" name="adj"/>
                </a:avLst>
              </a:prstGeom>
              <a:noFill/>
              <a:ln cap="flat" cmpd="sng" w="76200">
                <a:solidFill>
                  <a:srgbClr val="7F7F7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Malgun Gothic"/>
                  <a:buNone/>
                </a:pPr>
                <a:r>
                  <a:t/>
                </a:r>
                <a:endParaRPr b="0" i="0" sz="1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4" name="Google Shape;324;p1"/>
            <p:cNvGrpSpPr/>
            <p:nvPr/>
          </p:nvGrpSpPr>
          <p:grpSpPr>
            <a:xfrm>
              <a:off x="4974606" y="2679700"/>
              <a:ext cx="684532" cy="646331"/>
              <a:chOff x="5572749" y="2613484"/>
              <a:chExt cx="1224136" cy="1296144"/>
            </a:xfrm>
          </p:grpSpPr>
          <p:sp>
            <p:nvSpPr>
              <p:cNvPr descr="남성 사무직 근로자 단색으로 채워진" id="325" name="Google Shape;325;p1"/>
              <p:cNvSpPr/>
              <p:nvPr/>
            </p:nvSpPr>
            <p:spPr>
              <a:xfrm>
                <a:off x="5632181" y="2708920"/>
                <a:ext cx="1105273" cy="1105271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26" name="Google Shape;326;p1"/>
              <p:cNvSpPr/>
              <p:nvPr/>
            </p:nvSpPr>
            <p:spPr>
              <a:xfrm>
                <a:off x="5572749" y="2613484"/>
                <a:ext cx="1224136" cy="1296144"/>
              </a:xfrm>
              <a:prstGeom prst="roundRect">
                <a:avLst>
                  <a:gd fmla="val 16667" name="adj"/>
                </a:avLst>
              </a:prstGeom>
              <a:noFill/>
              <a:ln cap="flat" cmpd="sng" w="76200">
                <a:solidFill>
                  <a:srgbClr val="7F7F7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Malgun Gothic"/>
                  <a:buNone/>
                </a:pPr>
                <a:r>
                  <a:t/>
                </a:r>
                <a:endParaRPr b="0" i="0" sz="1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7" name="Google Shape;327;p1"/>
            <p:cNvGrpSpPr/>
            <p:nvPr/>
          </p:nvGrpSpPr>
          <p:grpSpPr>
            <a:xfrm>
              <a:off x="7237176" y="2679700"/>
              <a:ext cx="684533" cy="646331"/>
              <a:chOff x="5644352" y="2613484"/>
              <a:chExt cx="1224137" cy="1296144"/>
            </a:xfrm>
          </p:grpSpPr>
          <p:sp>
            <p:nvSpPr>
              <p:cNvPr descr="남성 사무직 근로자 단색으로 채워진" id="328" name="Google Shape;328;p1"/>
              <p:cNvSpPr/>
              <p:nvPr/>
            </p:nvSpPr>
            <p:spPr>
              <a:xfrm>
                <a:off x="5703785" y="2708920"/>
                <a:ext cx="1105273" cy="1105271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29" name="Google Shape;329;p1"/>
              <p:cNvSpPr/>
              <p:nvPr/>
            </p:nvSpPr>
            <p:spPr>
              <a:xfrm>
                <a:off x="5644352" y="2613484"/>
                <a:ext cx="1224137" cy="1296144"/>
              </a:xfrm>
              <a:prstGeom prst="roundRect">
                <a:avLst>
                  <a:gd fmla="val 16667" name="adj"/>
                </a:avLst>
              </a:prstGeom>
              <a:noFill/>
              <a:ln cap="flat" cmpd="sng" w="76200">
                <a:solidFill>
                  <a:srgbClr val="7F7F7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Malgun Gothic"/>
                  <a:buNone/>
                </a:pPr>
                <a:r>
                  <a:t/>
                </a:r>
                <a:endParaRPr b="0" i="0" sz="1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0" name="Google Shape;330;p1"/>
            <p:cNvGrpSpPr/>
            <p:nvPr/>
          </p:nvGrpSpPr>
          <p:grpSpPr>
            <a:xfrm>
              <a:off x="9839177" y="2679700"/>
              <a:ext cx="684533" cy="646331"/>
              <a:chOff x="6270864" y="2613484"/>
              <a:chExt cx="1224137" cy="1296144"/>
            </a:xfrm>
          </p:grpSpPr>
          <p:sp>
            <p:nvSpPr>
              <p:cNvPr descr="남성 사무직 근로자 단색으로 채워진" id="331" name="Google Shape;331;p1"/>
              <p:cNvSpPr/>
              <p:nvPr/>
            </p:nvSpPr>
            <p:spPr>
              <a:xfrm>
                <a:off x="6330293" y="2708920"/>
                <a:ext cx="1105274" cy="1105271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32" name="Google Shape;332;p1"/>
              <p:cNvSpPr/>
              <p:nvPr/>
            </p:nvSpPr>
            <p:spPr>
              <a:xfrm>
                <a:off x="6270864" y="2613484"/>
                <a:ext cx="1224137" cy="1296144"/>
              </a:xfrm>
              <a:prstGeom prst="roundRect">
                <a:avLst>
                  <a:gd fmla="val 16667" name="adj"/>
                </a:avLst>
              </a:prstGeom>
              <a:noFill/>
              <a:ln cap="flat" cmpd="sng" w="76200">
                <a:solidFill>
                  <a:srgbClr val="7F7F7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Malgun Gothic"/>
                  <a:buNone/>
                </a:pPr>
                <a:r>
                  <a:t/>
                </a:r>
                <a:endParaRPr b="0" i="0" sz="1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33" name="Google Shape;333;p1"/>
          <p:cNvSpPr/>
          <p:nvPr/>
        </p:nvSpPr>
        <p:spPr>
          <a:xfrm>
            <a:off x="2353901" y="1785357"/>
            <a:ext cx="9068208" cy="406032"/>
          </a:xfrm>
          <a:prstGeom prst="rect">
            <a:avLst/>
          </a:prstGeom>
          <a:noFill/>
          <a:ln cap="flat" cmpd="sng" w="19050">
            <a:solidFill>
              <a:srgbClr val="92D050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4" name="Google Shape;334;p1"/>
          <p:cNvSpPr/>
          <p:nvPr/>
        </p:nvSpPr>
        <p:spPr>
          <a:xfrm>
            <a:off x="1" y="-17353"/>
            <a:ext cx="12192000" cy="53328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-KR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 스 텍-한 동 대 Mini TeX-Corps Program</a:t>
            </a:r>
            <a:endParaRPr b="0" i="1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"/>
          <p:cNvSpPr/>
          <p:nvPr/>
        </p:nvSpPr>
        <p:spPr>
          <a:xfrm>
            <a:off x="147874" y="70313"/>
            <a:ext cx="5486400" cy="593445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Business Model Canvas</a:t>
            </a:r>
            <a:endParaRPr/>
          </a:p>
        </p:txBody>
      </p:sp>
      <p:sp>
        <p:nvSpPr>
          <p:cNvPr id="341" name="Google Shape;341;p2"/>
          <p:cNvSpPr/>
          <p:nvPr/>
        </p:nvSpPr>
        <p:spPr>
          <a:xfrm>
            <a:off x="0" y="0"/>
            <a:ext cx="12192000" cy="663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"/>
          <p:cNvSpPr/>
          <p:nvPr/>
        </p:nvSpPr>
        <p:spPr>
          <a:xfrm>
            <a:off x="0" y="0"/>
            <a:ext cx="12192000" cy="663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BMC KP"/>
          <p:cNvSpPr txBox="1"/>
          <p:nvPr/>
        </p:nvSpPr>
        <p:spPr>
          <a:xfrm>
            <a:off x="91440" y="1097280"/>
            <a:ext cx="224028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100">
                <a:solidFill>
                  <a:srgbClr val="1B5E7F"/>
                </a:solidFill>
                <a:latin typeface="Freesentation 6 SemiBold"/>
                <a:ea typeface="Freesentation 6 SemiBold"/>
                <a:cs typeface="Freesentation 6 SemiBold"/>
              </a:rPr>
              <a:t>❽ 핵심 파트너</a:t>
            </a:r>
          </a:p>
          <a:p>
            <a:pPr marL="139700" indent="-1397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262B33"/>
                </a:solidFill>
                <a:latin typeface="Freesentation 4 Regular"/>
                <a:ea typeface="Freesentation 4 Regular"/>
                <a:cs typeface="Freesentation 4 Regular"/>
              </a:rPr>
              <a:t>시·군 농정부서, 농어촌공사 농지은행이 대체 필지·교환 중개를 맡아 줄 것이다</a:t>
            </a:r>
          </a:p>
          <a:p>
            <a:pPr marL="139700" indent="-1397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262B33"/>
                </a:solidFill>
                <a:latin typeface="Freesentation 4 Regular"/>
                <a:ea typeface="Freesentation 4 Regular"/>
                <a:cs typeface="Freesentation 4 Regular"/>
              </a:rPr>
              <a:t>팜맵·흙토람·브이월드 공공 데이터로 들녘 지도를 만들 것이다</a:t>
            </a:r>
          </a:p>
          <a:p>
            <a:pPr marL="139700" indent="-1397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262B33"/>
                </a:solidFill>
                <a:latin typeface="Freesentation 4 Regular"/>
                <a:ea typeface="Freesentation 4 Regular"/>
                <a:cs typeface="Freesentation 4 Regular"/>
              </a:rPr>
              <a:t>농촌진흥청 소득자료로 배당 계산 근거를 댈 것이다</a:t>
            </a:r>
          </a:p>
        </p:txBody>
      </p:sp>
      <p:sp>
        <p:nvSpPr>
          <p:cNvPr id="344" name="BMC KA"/>
          <p:cNvSpPr txBox="1"/>
          <p:nvPr/>
        </p:nvSpPr>
        <p:spPr>
          <a:xfrm>
            <a:off x="2514600" y="1097280"/>
            <a:ext cx="228600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B5E7F"/>
                </a:solidFill>
                <a:latin typeface="Freesentation 6 SemiBold"/>
                <a:ea typeface="Freesentation 6 SemiBold"/>
                <a:cs typeface="Freesentation 6 SemiBold"/>
              </a:rPr>
              <a:t>❻ 핵심 활동</a:t>
            </a:r>
          </a:p>
          <a:p>
            <a:pPr marL="0" indent="0">
              <a:spcAft>
                <a:spcPts val="200"/>
              </a:spcAft>
              <a:buNone/>
            </a:pPr>
            <a:r>
              <a:rPr sz="1050">
                <a:solidFill>
                  <a:srgbClr val="1B5E7F"/>
                </a:solidFill>
                <a:latin typeface="Freesentation 6 SemiBold"/>
                <a:ea typeface="Freesentation 6 SemiBold"/>
                <a:cs typeface="Freesentation 6 SemiBold"/>
              </a:rPr>
              <a:t>1  대체 필지 추천  </a:t>
            </a:r>
            <a:r>
              <a:rPr sz="1050">
                <a:solidFill>
                  <a:srgbClr val="262B33"/>
                </a:solidFill>
                <a:latin typeface="Freesentation 4 Regular"/>
                <a:ea typeface="Freesentation 4 Regular"/>
                <a:cs typeface="Freesentation 4 Regular"/>
              </a:rPr>
              <a:t>최소 면적과 목표 순수익을 맞추는 땅</a:t>
            </a:r>
          </a:p>
          <a:p>
            <a:pPr marL="0" indent="0">
              <a:spcAft>
                <a:spcPts val="200"/>
              </a:spcAft>
              <a:buNone/>
            </a:pPr>
            <a:r>
              <a:rPr sz="1050">
                <a:solidFill>
                  <a:srgbClr val="1B5E7F"/>
                </a:solidFill>
                <a:latin typeface="Freesentation 6 SemiBold"/>
                <a:ea typeface="Freesentation 6 SemiBold"/>
                <a:cs typeface="Freesentation 6 SemiBold"/>
              </a:rPr>
              <a:t>2  기계비 최소 경로  </a:t>
            </a:r>
            <a:r>
              <a:rPr sz="1050">
                <a:solidFill>
                  <a:srgbClr val="262B33"/>
                </a:solidFill>
                <a:latin typeface="Freesentation 4 Regular"/>
                <a:ea typeface="Freesentation 4 Regular"/>
                <a:cs typeface="Freesentation 4 Regular"/>
              </a:rPr>
              <a:t>빈 필드를 빼도 면적이 되면 그대로 갈 때 배당금</a:t>
            </a:r>
          </a:p>
          <a:p>
            <a:pPr marL="0" indent="0">
              <a:spcAft>
                <a:spcPts val="200"/>
              </a:spcAft>
              <a:buNone/>
            </a:pPr>
            <a:r>
              <a:rPr sz="1050">
                <a:solidFill>
                  <a:srgbClr val="1B5E7F"/>
                </a:solidFill>
                <a:latin typeface="Freesentation 6 SemiBold"/>
                <a:ea typeface="Freesentation 6 SemiBold"/>
                <a:cs typeface="Freesentation 6 SemiBold"/>
              </a:rPr>
              <a:t>3  배당금 · 흉년  </a:t>
            </a:r>
            <a:r>
              <a:rPr sz="1050">
                <a:solidFill>
                  <a:srgbClr val="262B33"/>
                </a:solidFill>
                <a:latin typeface="Freesentation 4 Regular"/>
                <a:ea typeface="Freesentation 4 Regular"/>
                <a:cs typeface="Freesentation 4 Regular"/>
              </a:rPr>
              <a:t>경우별 배당금과 흉년 때 변화</a:t>
            </a:r>
          </a:p>
          <a:p>
            <a:pPr marL="0" indent="0">
              <a:spcAft>
                <a:spcPts val="200"/>
              </a:spcAft>
              <a:buNone/>
            </a:pPr>
            <a:r>
              <a:rPr sz="950">
                <a:solidFill>
                  <a:srgbClr val="6B7280"/>
                </a:solidFill>
                <a:latin typeface="Freesentation 4 Regular"/>
                <a:ea typeface="Freesentation 4 Regular"/>
                <a:cs typeface="Freesentation 4 Regular"/>
              </a:rPr>
              <a:t>필지를 클릭해 해제하면 바로 계산</a:t>
            </a:r>
          </a:p>
        </p:txBody>
      </p:sp>
      <p:sp>
        <p:nvSpPr>
          <p:cNvPr id="345" name="BMC KR"/>
          <p:cNvSpPr txBox="1"/>
          <p:nvPr/>
        </p:nvSpPr>
        <p:spPr>
          <a:xfrm>
            <a:off x="2514600" y="3310128"/>
            <a:ext cx="228600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100">
                <a:solidFill>
                  <a:srgbClr val="1B5E7F"/>
                </a:solidFill>
                <a:latin typeface="Freesentation 6 SemiBold"/>
                <a:ea typeface="Freesentation 6 SemiBold"/>
                <a:cs typeface="Freesentation 6 SemiBold"/>
              </a:rPr>
              <a:t>❼ 핵심 자원</a:t>
            </a:r>
          </a:p>
          <a:p>
            <a:pPr marL="139700" indent="-1397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262B33"/>
                </a:solidFill>
                <a:latin typeface="Freesentation 4 Regular"/>
                <a:ea typeface="Freesentation 4 Regular"/>
                <a:cs typeface="Freesentation 4 Regular"/>
              </a:rPr>
              <a:t>필지 인접 그래프·비용 모델, 교환·배분 최적화</a:t>
            </a:r>
          </a:p>
          <a:p>
            <a:pPr marL="139700" indent="-1397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262B33"/>
                </a:solidFill>
                <a:latin typeface="Freesentation 4 Regular"/>
                <a:ea typeface="Freesentation 4 Regular"/>
                <a:cs typeface="Freesentation 4 Regular"/>
              </a:rPr>
              <a:t>흥해 들녘 실측 2,666필지 연동 프로토타입 (보유)</a:t>
            </a:r>
          </a:p>
        </p:txBody>
      </p:sp>
      <p:sp>
        <p:nvSpPr>
          <p:cNvPr id="346" name="BMC VP"/>
          <p:cNvSpPr txBox="1"/>
          <p:nvPr/>
        </p:nvSpPr>
        <p:spPr>
          <a:xfrm>
            <a:off x="4974336" y="1097280"/>
            <a:ext cx="228600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100">
                <a:solidFill>
                  <a:srgbClr val="1B5E7F"/>
                </a:solidFill>
                <a:latin typeface="Freesentation 6 SemiBold"/>
                <a:ea typeface="Freesentation 6 SemiBold"/>
                <a:cs typeface="Freesentation 6 SemiBold"/>
              </a:rPr>
              <a:t>❶ 가치제안</a:t>
            </a:r>
          </a:p>
          <a:p>
            <a:pPr marL="0" indent="0">
              <a:spcAft>
                <a:spcPts val="600"/>
              </a:spcAft>
              <a:buNone/>
            </a:pPr>
            <a:r>
              <a:rPr sz="1100">
                <a:solidFill>
                  <a:srgbClr val="262B33"/>
                </a:solidFill>
                <a:latin typeface="Freesentation 5 Medium"/>
                <a:ea typeface="Freesentation 5 Medium"/>
                <a:cs typeface="Freesentation 5 Medium"/>
              </a:rPr>
              <a:t>거절 필지가 지원 자격과 평당 배당에 주는 영향을 1초 안에 보여 줘, 대안 결정 기간을 2주에서 1일로 줄일 것이다</a:t>
            </a:r>
          </a:p>
          <a:p>
            <a:pPr marL="139700" indent="-1397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262B33"/>
                </a:solidFill>
                <a:latin typeface="Freesentation 4 Regular"/>
                <a:ea typeface="Freesentation 4 Regular"/>
                <a:cs typeface="Freesentation 4 Regular"/>
              </a:rPr>
              <a:t>지원 기준(면적·농가 수·연결성) 즉시 판정</a:t>
            </a:r>
          </a:p>
          <a:p>
            <a:pPr marL="139700" indent="-1397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262B33"/>
                </a:solidFill>
                <a:latin typeface="Freesentation 4 Regular"/>
                <a:ea typeface="Freesentation 4 Regular"/>
                <a:cs typeface="Freesentation 4 Regular"/>
              </a:rPr>
              <a:t>후보 제안 3단계: 기본 필지화 → 구멍·기준 충족 → 구멍·기준 미충족</a:t>
            </a:r>
          </a:p>
          <a:p>
            <a:pPr marL="139700" indent="-1397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262B33"/>
                </a:solidFill>
                <a:latin typeface="Freesentation 4 Regular"/>
                <a:ea typeface="Freesentation 4 Regular"/>
                <a:cs typeface="Freesentation 4 Regular"/>
              </a:rPr>
              <a:t>평당 배당 범위와 흉년 시 금액</a:t>
            </a:r>
          </a:p>
        </p:txBody>
      </p:sp>
      <p:sp>
        <p:nvSpPr>
          <p:cNvPr id="347" name="BMC CR"/>
          <p:cNvSpPr txBox="1"/>
          <p:nvPr/>
        </p:nvSpPr>
        <p:spPr>
          <a:xfrm>
            <a:off x="7424927" y="1097280"/>
            <a:ext cx="228600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100">
                <a:solidFill>
                  <a:srgbClr val="1B5E7F"/>
                </a:solidFill>
                <a:latin typeface="Freesentation 6 SemiBold"/>
                <a:ea typeface="Freesentation 6 SemiBold"/>
                <a:cs typeface="Freesentation 6 SemiBold"/>
              </a:rPr>
              <a:t>❹ 고객 관계</a:t>
            </a:r>
          </a:p>
          <a:p>
            <a:pPr marL="139700" indent="-1397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262B33"/>
                </a:solidFill>
                <a:latin typeface="Freesentation 4 Regular"/>
                <a:ea typeface="Freesentation 4 Regular"/>
                <a:cs typeface="Freesentation 4 Regular"/>
              </a:rPr>
              <a:t>설득 기간 현장 동행(Get) → 셀프 웹 도구(Keep) → 다음 단지 확장(Grow)으로 이어 갈 것이다</a:t>
            </a:r>
          </a:p>
        </p:txBody>
      </p:sp>
      <p:sp>
        <p:nvSpPr>
          <p:cNvPr id="348" name="BMC CH"/>
          <p:cNvSpPr txBox="1"/>
          <p:nvPr/>
        </p:nvSpPr>
        <p:spPr>
          <a:xfrm>
            <a:off x="7424927" y="3310128"/>
            <a:ext cx="228600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100">
                <a:solidFill>
                  <a:srgbClr val="1B5E7F"/>
                </a:solidFill>
                <a:latin typeface="Freesentation 6 SemiBold"/>
                <a:ea typeface="Freesentation 6 SemiBold"/>
                <a:cs typeface="Freesentation 6 SemiBold"/>
              </a:rPr>
              <a:t>❸ 채널</a:t>
            </a:r>
          </a:p>
          <a:p>
            <a:pPr marL="139700" indent="-1397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262B33"/>
                </a:solidFill>
                <a:latin typeface="Freesentation 4 Regular"/>
                <a:ea typeface="Freesentation 4 Regular"/>
                <a:cs typeface="Freesentation 4 Regular"/>
              </a:rPr>
              <a:t>시·군 공동영농 설명회와 농지은행 지사를 통해 첫 10개 법인을 만날 것이다</a:t>
            </a:r>
          </a:p>
        </p:txBody>
      </p:sp>
      <p:sp>
        <p:nvSpPr>
          <p:cNvPr id="349" name="BMC CS"/>
          <p:cNvSpPr txBox="1"/>
          <p:nvPr/>
        </p:nvSpPr>
        <p:spPr>
          <a:xfrm>
            <a:off x="9875520" y="1097280"/>
            <a:ext cx="224028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100">
                <a:solidFill>
                  <a:srgbClr val="1B5E7F"/>
                </a:solidFill>
                <a:latin typeface="Freesentation 6 SemiBold"/>
                <a:ea typeface="Freesentation 6 SemiBold"/>
                <a:cs typeface="Freesentation 6 SemiBold"/>
              </a:rPr>
              <a:t>❷ 고객군</a:t>
            </a:r>
          </a:p>
          <a:p>
            <a:pPr marL="139700" indent="-139700">
              <a:spcAft>
                <a:spcPts val="400"/>
              </a:spcAft>
              <a:buFont typeface="Arial"/>
              <a:buChar char="•"/>
            </a:pPr>
            <a:r>
              <a:rPr sz="1100">
                <a:solidFill>
                  <a:srgbClr val="1B5E7F"/>
                </a:solidFill>
                <a:latin typeface="Freesentation 6 SemiBold"/>
                <a:ea typeface="Freesentation 6 SemiBold"/>
                <a:cs typeface="Freesentation 6 SemiBold"/>
              </a:rPr>
              <a:t>1순위 </a:t>
            </a:r>
            <a:r>
              <a:rPr sz="1100">
                <a:solidFill>
                  <a:srgbClr val="262B33"/>
                </a:solidFill>
                <a:latin typeface="Freesentation 4 Regular"/>
                <a:ea typeface="Freesentation 4 Regular"/>
                <a:cs typeface="Freesentation 4 Regular"/>
              </a:rPr>
              <a:t>공동영농 추진 법인 사무장·대표 (B2B)</a:t>
            </a:r>
          </a:p>
          <a:p>
            <a:pPr marL="139700" indent="-139700">
              <a:spcAft>
                <a:spcPts val="400"/>
              </a:spcAft>
              <a:buFont typeface="Arial"/>
              <a:buChar char="•"/>
            </a:pPr>
            <a:r>
              <a:rPr sz="1100">
                <a:solidFill>
                  <a:srgbClr val="1B5E7F"/>
                </a:solidFill>
                <a:latin typeface="Freesentation 6 SemiBold"/>
                <a:ea typeface="Freesentation 6 SemiBold"/>
                <a:cs typeface="Freesentation 6 SemiBold"/>
              </a:rPr>
              <a:t>2순위 </a:t>
            </a:r>
            <a:r>
              <a:rPr sz="1100">
                <a:solidFill>
                  <a:srgbClr val="262B33"/>
                </a:solidFill>
                <a:latin typeface="Freesentation 4 Regular"/>
                <a:ea typeface="Freesentation 4 Regular"/>
                <a:cs typeface="Freesentation 4 Regular"/>
              </a:rPr>
              <a:t>시·군 농정부서, 농어촌공사 농지은행 (B2G)</a:t>
            </a:r>
          </a:p>
          <a:p>
            <a:pPr marL="139700" indent="-139700">
              <a:spcAft>
                <a:spcPts val="800"/>
              </a:spcAft>
              <a:buFont typeface="Arial"/>
              <a:buChar char="•"/>
            </a:pPr>
            <a:r>
              <a:rPr sz="1100">
                <a:solidFill>
                  <a:srgbClr val="1B5E7F"/>
                </a:solidFill>
                <a:latin typeface="Freesentation 6 SemiBold"/>
                <a:ea typeface="Freesentation 6 SemiBold"/>
                <a:cs typeface="Freesentation 6 SemiBold"/>
              </a:rPr>
              <a:t>3순위 </a:t>
            </a:r>
            <a:r>
              <a:rPr sz="1100">
                <a:solidFill>
                  <a:srgbClr val="262B33"/>
                </a:solidFill>
                <a:latin typeface="Freesentation 4 Regular"/>
                <a:ea typeface="Freesentation 4 Regular"/>
                <a:cs typeface="Freesentation 4 Regular"/>
              </a:rPr>
              <a:t>참여를 검토 중인 농가 (간접)</a:t>
            </a:r>
          </a:p>
          <a:p>
            <a:pPr marL="0" indent="0">
              <a:spcAft>
                <a:spcPts val="200"/>
              </a:spcAft>
              <a:buNone/>
            </a:pPr>
            <a:r>
              <a:rPr sz="1050">
                <a:solidFill>
                  <a:srgbClr val="6B7280"/>
                </a:solidFill>
                <a:latin typeface="Freesentation 4 Regular"/>
                <a:ea typeface="Freesentation 4 Regular"/>
                <a:cs typeface="Freesentation 4 Regular"/>
              </a:rPr>
              <a:t>구멍 때문에 지원 기준(20ha·5명)과 배당을 잃을 위험을 가장 크게 겪는 집단</a:t>
            </a:r>
          </a:p>
        </p:txBody>
      </p:sp>
      <p:sp>
        <p:nvSpPr>
          <p:cNvPr id="350" name="BMC COST"/>
          <p:cNvSpPr txBox="1"/>
          <p:nvPr/>
        </p:nvSpPr>
        <p:spPr>
          <a:xfrm>
            <a:off x="91440" y="5468112"/>
            <a:ext cx="5897880" cy="1325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100">
                <a:solidFill>
                  <a:srgbClr val="1B5E7F"/>
                </a:solidFill>
                <a:latin typeface="Freesentation 6 SemiBold"/>
                <a:ea typeface="Freesentation 6 SemiBold"/>
                <a:cs typeface="Freesentation 6 SemiBold"/>
              </a:rPr>
              <a:t>❾ 비용 구조</a:t>
            </a:r>
          </a:p>
          <a:p>
            <a:pPr marL="139700" indent="-1397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1B5E7F"/>
                </a:solidFill>
                <a:latin typeface="Freesentation 6 SemiBold"/>
                <a:ea typeface="Freesentation 6 SemiBold"/>
                <a:cs typeface="Freesentation 6 SemiBold"/>
              </a:rPr>
              <a:t>고정  </a:t>
            </a:r>
            <a:r>
              <a:rPr sz="1100">
                <a:solidFill>
                  <a:srgbClr val="262B33"/>
                </a:solidFill>
                <a:latin typeface="Freesentation 4 Regular"/>
                <a:ea typeface="Freesentation 4 Regular"/>
                <a:cs typeface="Freesentation 4 Regular"/>
              </a:rPr>
              <a:t>웹 서비스 개발·서버, 공공 데이터 연동·정비</a:t>
            </a:r>
          </a:p>
          <a:p>
            <a:pPr marL="139700" indent="-1397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1B5E7F"/>
                </a:solidFill>
                <a:latin typeface="Freesentation 6 SemiBold"/>
                <a:ea typeface="Freesentation 6 SemiBold"/>
                <a:cs typeface="Freesentation 6 SemiBold"/>
              </a:rPr>
              <a:t>변동  </a:t>
            </a:r>
            <a:r>
              <a:rPr sz="1100">
                <a:solidFill>
                  <a:srgbClr val="262B33"/>
                </a:solidFill>
                <a:latin typeface="Freesentation 4 Regular"/>
                <a:ea typeface="Freesentation 4 Regular"/>
                <a:cs typeface="Freesentation 4 Regular"/>
              </a:rPr>
              <a:t>들녘별 현장 보정(소득·기계비 자료 수집), 영업·교육</a:t>
            </a:r>
          </a:p>
        </p:txBody>
      </p:sp>
      <p:sp>
        <p:nvSpPr>
          <p:cNvPr id="351" name="BMC REV"/>
          <p:cNvSpPr txBox="1"/>
          <p:nvPr/>
        </p:nvSpPr>
        <p:spPr>
          <a:xfrm>
            <a:off x="6199632" y="5468112"/>
            <a:ext cx="5897880" cy="1325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B5E7F"/>
                </a:solidFill>
                <a:latin typeface="Freesentation 6 SemiBold"/>
                <a:ea typeface="Freesentation 6 SemiBold"/>
                <a:cs typeface="Freesentation 6 SemiBold"/>
              </a:rPr>
              <a:t>❺ 수익 흐름</a:t>
            </a:r>
          </a:p>
          <a:p>
            <a:pPr marL="139700" indent="-139700">
              <a:spcAft>
                <a:spcPts val="200"/>
              </a:spcAft>
              <a:buFont typeface="Arial"/>
              <a:buChar char="•"/>
            </a:pPr>
            <a:r>
              <a:rPr sz="1050">
                <a:solidFill>
                  <a:srgbClr val="1B5E7F"/>
                </a:solidFill>
                <a:latin typeface="Freesentation 6 SemiBold"/>
                <a:ea typeface="Freesentation 6 SemiBold"/>
                <a:cs typeface="Freesentation 6 SemiBold"/>
              </a:rPr>
              <a:t>법인 구독  </a:t>
            </a:r>
            <a:r>
              <a:rPr sz="1050">
                <a:solidFill>
                  <a:srgbClr val="262B33"/>
                </a:solidFill>
                <a:latin typeface="Freesentation 4 Regular"/>
                <a:ea typeface="Freesentation 4 Regular"/>
                <a:cs typeface="Freesentation 4 Regular"/>
              </a:rPr>
              <a:t>ha당 연 2만 원 (50ha 단지 연 100만 원). 거절 1건(1.7ha)을 메워 되찾는 생산비 절감 연 약 300만 원의 3분의 1</a:t>
            </a:r>
          </a:p>
          <a:p>
            <a:pPr marL="139700" indent="-139700">
              <a:spcAft>
                <a:spcPts val="200"/>
              </a:spcAft>
              <a:buFont typeface="Arial"/>
              <a:buChar char="•"/>
            </a:pPr>
            <a:r>
              <a:rPr sz="1050">
                <a:solidFill>
                  <a:srgbClr val="1B5E7F"/>
                </a:solidFill>
                <a:latin typeface="Freesentation 6 SemiBold"/>
                <a:ea typeface="Freesentation 6 SemiBold"/>
                <a:cs typeface="Freesentation 6 SemiBold"/>
              </a:rPr>
              <a:t>시범사업 예산  </a:t>
            </a:r>
            <a:r>
              <a:rPr sz="1050">
                <a:solidFill>
                  <a:srgbClr val="262B33"/>
                </a:solidFill>
                <a:latin typeface="Freesentation 4 Regular"/>
                <a:ea typeface="Freesentation 4 Regular"/>
                <a:cs typeface="Freesentation 4 Regular"/>
              </a:rPr>
              <a:t>교육·컨설팅 항목으로 단지당 연 1,000만 원 (컨설팅 예산 개소당 3천만 원 사례)</a:t>
            </a:r>
          </a:p>
          <a:p>
            <a:pPr marL="0" indent="0">
              <a:spcAft>
                <a:spcPts val="200"/>
              </a:spcAft>
              <a:buNone/>
            </a:pPr>
            <a:r>
              <a:rPr sz="950">
                <a:solidFill>
                  <a:srgbClr val="6B7280"/>
                </a:solidFill>
                <a:latin typeface="Freesentation 4 Regular"/>
                <a:ea typeface="Freesentation 4 Regular"/>
                <a:cs typeface="Freesentation 4 Regular"/>
              </a:rPr>
              <a:t>근거: 10a당 직접생산비 70세 이상 68.6만 → 5ha 이상 50.8만 원 (국가데이터처 2025년산 논벼 생산비조사)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"/>
          <p:cNvSpPr txBox="1"/>
          <p:nvPr/>
        </p:nvSpPr>
        <p:spPr>
          <a:xfrm>
            <a:off x="501649" y="350244"/>
            <a:ext cx="609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가치제안, 고객 세그먼트 </a:t>
            </a:r>
            <a:endParaRPr/>
          </a:p>
        </p:txBody>
      </p:sp>
      <p:grpSp>
        <p:nvGrpSpPr>
          <p:cNvPr id="348" name="Google Shape;348;p3"/>
          <p:cNvGrpSpPr/>
          <p:nvPr/>
        </p:nvGrpSpPr>
        <p:grpSpPr>
          <a:xfrm>
            <a:off x="1088571" y="1806274"/>
            <a:ext cx="10551886" cy="498060"/>
            <a:chOff x="1088571" y="1806274"/>
            <a:chExt cx="10551886" cy="498060"/>
          </a:xfrm>
        </p:grpSpPr>
        <p:sp>
          <p:nvSpPr>
            <p:cNvPr id="349" name="Google Shape;349;p3"/>
            <p:cNvSpPr/>
            <p:nvPr/>
          </p:nvSpPr>
          <p:spPr>
            <a:xfrm>
              <a:off x="1088571" y="1806274"/>
              <a:ext cx="5275943" cy="498060"/>
            </a:xfrm>
            <a:prstGeom prst="round2SameRect">
              <a:avLst>
                <a:gd fmla="val 28245" name="adj1"/>
                <a:gd fmla="val 0" name="adj2"/>
              </a:avLst>
            </a:prstGeom>
            <a:solidFill>
              <a:srgbClr val="2C79A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6364514" y="1806274"/>
              <a:ext cx="5275943" cy="498060"/>
            </a:xfrm>
            <a:prstGeom prst="round2SameRect">
              <a:avLst>
                <a:gd fmla="val 28245" name="adj1"/>
                <a:gd fmla="val 0" name="adj2"/>
              </a:avLst>
            </a:prstGeom>
            <a:solidFill>
              <a:srgbClr val="1AA0A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aphicFrame>
        <p:nvGraphicFramePr>
          <p:cNvPr id="351" name="Google Shape;351;p3"/>
          <p:cNvGraphicFramePr/>
          <p:nvPr/>
        </p:nvGraphicFramePr>
        <p:xfrm>
          <a:off x="501649" y="18325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{8ADAF698-1CD2-4D72-A1CD-8559842525D4}</a:tableStyleId>
              </a:tblPr>
              <a:tblGrid>
                <a:gridCol w="587825"/>
                <a:gridCol w="5263700"/>
                <a:gridCol w="5287275"/>
              </a:tblGrid>
              <a:tr h="46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가치제안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고객군</a:t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52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500">
                          <a:solidFill>
                            <a:srgbClr val="262B33"/>
                          </a:solidFill>
                          <a:latin typeface="Freesentation 4 Regular"/>
                          <a:ea typeface="Freesentation 4 Regular"/>
                          <a:cs typeface="Freesentation 4 Regular"/>
                        </a:rPr>
                        <a:t>거절 필지가 지원 기준과 평당 배당에 주는 영향을 1초 안에 판정해, 대안을 정하는 기간을 2주에서 1일로 줄일 것이다</a:t>
                      </a:r>
                      <a:endParaRPr sz="16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500">
                          <a:solidFill>
                            <a:srgbClr val="262B33"/>
                          </a:solidFill>
                          <a:latin typeface="Freesentation 5 Medium"/>
                          <a:ea typeface="Freesentation 5 Medium"/>
                          <a:cs typeface="Freesentation 5 Medium"/>
                        </a:rPr>
                        <a:t>공동영농을 추진하는 농업법인 대표·사무장</a:t>
                      </a:r>
                      <a:endParaRPr sz="16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>
                          <a:solidFill>
                            <a:srgbClr val="1B5E7F"/>
                          </a:solidFill>
                          <a:latin typeface="Freesentation 6 SemiBold"/>
                          <a:ea typeface="Freesentation 6 SemiBold"/>
                          <a:cs typeface="Freesentation 6 SemiBold"/>
                        </a:rPr>
                        <a:t>B2B · 1순위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52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6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500">
                          <a:solidFill>
                            <a:srgbClr val="262B33"/>
                          </a:solidFill>
                          <a:latin typeface="Freesentation 4 Regular"/>
                          <a:ea typeface="Freesentation 4 Regular"/>
                          <a:cs typeface="Freesentation 4 Regular"/>
                        </a:rPr>
                        <a:t>기준을 지키면서 배당이 가장 높은 대체 필지·경작권 교환 후보를 보여 줘, 교환·편입 중개 시간을 줄일 것이다</a:t>
                      </a:r>
                      <a:endParaRPr sz="16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500">
                          <a:solidFill>
                            <a:srgbClr val="262B33"/>
                          </a:solidFill>
                          <a:latin typeface="Freesentation 5 Medium"/>
                          <a:ea typeface="Freesentation 5 Medium"/>
                          <a:cs typeface="Freesentation 5 Medium"/>
                        </a:rPr>
                        <a:t>시·군 농정부서, 농어촌공사 농지은행</a:t>
                      </a:r>
                      <a:endParaRPr sz="16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>
                          <a:solidFill>
                            <a:srgbClr val="1B5E7F"/>
                          </a:solidFill>
                          <a:latin typeface="Freesentation 6 SemiBold"/>
                          <a:ea typeface="Freesentation 6 SemiBold"/>
                          <a:cs typeface="Freesentation 6 SemiBold"/>
                        </a:rPr>
                        <a:t>B2G · 2순위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52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6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500">
                          <a:solidFill>
                            <a:srgbClr val="262B33"/>
                          </a:solidFill>
                          <a:latin typeface="Freesentation 4 Regular"/>
                          <a:ea typeface="Freesentation 4 Regular"/>
                          <a:cs typeface="Freesentation 4 Regular"/>
                        </a:rPr>
                        <a:t>평당 배당을 범위로, 흉년 때 금액까지 보여 줘 참여 결정의 불안을 줄일 것이다</a:t>
                      </a:r>
                      <a:endParaRPr sz="16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500">
                          <a:solidFill>
                            <a:srgbClr val="262B33"/>
                          </a:solidFill>
                          <a:latin typeface="Freesentation 5 Medium"/>
                          <a:ea typeface="Freesentation 5 Medium"/>
                          <a:cs typeface="Freesentation 5 Medium"/>
                        </a:rPr>
                        <a:t>참여를 검토 중인 농가 (설득 대상)</a:t>
                      </a:r>
                      <a:endParaRPr sz="16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>
                          <a:solidFill>
                            <a:srgbClr val="1B5E7F"/>
                          </a:solidFill>
                          <a:latin typeface="Freesentation 6 SemiBold"/>
                          <a:ea typeface="Freesentation 6 SemiBold"/>
                          <a:cs typeface="Freesentation 6 SemiBold"/>
                        </a:rPr>
                        <a:t>B2C · 간접 · 3순위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52" name="Google Shape;352;p3"/>
          <p:cNvGrpSpPr/>
          <p:nvPr/>
        </p:nvGrpSpPr>
        <p:grpSpPr>
          <a:xfrm>
            <a:off x="501649" y="1125564"/>
            <a:ext cx="11138808" cy="435880"/>
            <a:chOff x="838200" y="2454077"/>
            <a:chExt cx="11138808" cy="435880"/>
          </a:xfrm>
        </p:grpSpPr>
        <p:sp>
          <p:nvSpPr>
            <p:cNvPr id="353" name="Google Shape;353;p3"/>
            <p:cNvSpPr/>
            <p:nvPr/>
          </p:nvSpPr>
          <p:spPr>
            <a:xfrm>
              <a:off x="838200" y="2454077"/>
              <a:ext cx="11138808" cy="435880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700"/>
                <a:buFont typeface="Arial"/>
                <a:buNone/>
              </a:pPr>
              <a:r>
                <a:rPr b="0" i="0" lang="ko-KR" sz="1700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         아이템 명 :</a:t>
              </a:r>
              <a:r>
                <a:rPr sz="1600">
                  <a:solidFill>
                    <a:srgbClr val="262B33"/>
                  </a:solidFill>
                  <a:latin typeface="Freesentation 6 SemiBold"/>
                  <a:ea typeface="Freesentation 6 SemiBold"/>
                  <a:cs typeface="Freesentation 6 SemiBold"/>
                </a:rPr>
                <a:t> 빈 필드 시뮬레이터 (Empty Field Simulator) — 공동영농 거절 필지 대응 도구</a:t>
              </a:r>
              <a:endParaRPr/>
            </a:p>
          </p:txBody>
        </p:sp>
        <p:grpSp>
          <p:nvGrpSpPr>
            <p:cNvPr id="354" name="Google Shape;354;p3"/>
            <p:cNvGrpSpPr/>
            <p:nvPr/>
          </p:nvGrpSpPr>
          <p:grpSpPr>
            <a:xfrm>
              <a:off x="946324" y="2493669"/>
              <a:ext cx="356696" cy="356695"/>
              <a:chOff x="982482" y="1418038"/>
              <a:chExt cx="1556111" cy="1556111"/>
            </a:xfrm>
          </p:grpSpPr>
          <p:sp>
            <p:nvSpPr>
              <p:cNvPr id="355" name="Google Shape;355;p3"/>
              <p:cNvSpPr/>
              <p:nvPr/>
            </p:nvSpPr>
            <p:spPr>
              <a:xfrm rot="-1841401">
                <a:off x="1192752" y="1628308"/>
                <a:ext cx="1135570" cy="1135570"/>
              </a:xfrm>
              <a:custGeom>
                <a:rect b="b" l="l" r="r" t="t"/>
                <a:pathLst>
                  <a:path extrusionOk="0" h="1135570" w="1135570">
                    <a:moveTo>
                      <a:pt x="1135570" y="567785"/>
                    </a:moveTo>
                    <a:cubicBezTo>
                      <a:pt x="1135570" y="881364"/>
                      <a:pt x="881364" y="1135570"/>
                      <a:pt x="567785" y="1135570"/>
                    </a:cubicBezTo>
                    <a:cubicBezTo>
                      <a:pt x="254206" y="1135570"/>
                      <a:pt x="0" y="881364"/>
                      <a:pt x="0" y="567785"/>
                    </a:cubicBezTo>
                    <a:cubicBezTo>
                      <a:pt x="0" y="254206"/>
                      <a:pt x="254206" y="0"/>
                      <a:pt x="567785" y="0"/>
                    </a:cubicBezTo>
                    <a:cubicBezTo>
                      <a:pt x="881364" y="0"/>
                      <a:pt x="1135570" y="254206"/>
                      <a:pt x="1135570" y="567785"/>
                    </a:cubicBezTo>
                    <a:close/>
                  </a:path>
                </a:pathLst>
              </a:custGeom>
              <a:solidFill>
                <a:srgbClr val="2C79A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algun Gothic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56" name="Google Shape;356;p3"/>
              <p:cNvSpPr/>
              <p:nvPr/>
            </p:nvSpPr>
            <p:spPr>
              <a:xfrm>
                <a:off x="1646279" y="1923139"/>
                <a:ext cx="682085" cy="818483"/>
              </a:xfrm>
              <a:custGeom>
                <a:rect b="b" l="l" r="r" t="t"/>
                <a:pathLst>
                  <a:path extrusionOk="0" h="818483" w="682085">
                    <a:moveTo>
                      <a:pt x="0" y="551783"/>
                    </a:moveTo>
                    <a:lnTo>
                      <a:pt x="271558" y="818483"/>
                    </a:lnTo>
                    <a:cubicBezTo>
                      <a:pt x="508635" y="750284"/>
                      <a:pt x="682085" y="531876"/>
                      <a:pt x="682085" y="272891"/>
                    </a:cubicBezTo>
                    <a:cubicBezTo>
                      <a:pt x="682085" y="267843"/>
                      <a:pt x="681800" y="262890"/>
                      <a:pt x="681704" y="257937"/>
                    </a:cubicBezTo>
                    <a:lnTo>
                      <a:pt x="423767" y="0"/>
                    </a:lnTo>
                    <a:lnTo>
                      <a:pt x="0" y="551783"/>
                    </a:lnTo>
                    <a:close/>
                  </a:path>
                </a:pathLst>
              </a:custGeom>
              <a:solidFill>
                <a:srgbClr val="BFBFBF">
                  <a:alpha val="2196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algun Gothic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357" name="Google Shape;357;p3"/>
              <p:cNvGrpSpPr/>
              <p:nvPr/>
            </p:nvGrpSpPr>
            <p:grpSpPr>
              <a:xfrm>
                <a:off x="1424425" y="1908003"/>
                <a:ext cx="672473" cy="576349"/>
                <a:chOff x="1424425" y="1908003"/>
                <a:chExt cx="672473" cy="576349"/>
              </a:xfrm>
            </p:grpSpPr>
            <p:sp>
              <p:nvSpPr>
                <p:cNvPr id="358" name="Google Shape;358;p3"/>
                <p:cNvSpPr/>
                <p:nvPr/>
              </p:nvSpPr>
              <p:spPr>
                <a:xfrm>
                  <a:off x="1424425" y="2108098"/>
                  <a:ext cx="327407" cy="376159"/>
                </a:xfrm>
                <a:custGeom>
                  <a:rect b="b" l="l" r="r" t="t"/>
                  <a:pathLst>
                    <a:path extrusionOk="0" h="376159" w="327407">
                      <a:moveTo>
                        <a:pt x="256906" y="376159"/>
                      </a:moveTo>
                      <a:cubicBezTo>
                        <a:pt x="236046" y="376159"/>
                        <a:pt x="215472" y="367015"/>
                        <a:pt x="201566" y="349394"/>
                      </a:cubicBezTo>
                      <a:lnTo>
                        <a:pt x="15257" y="114412"/>
                      </a:lnTo>
                      <a:cubicBezTo>
                        <a:pt x="-8937" y="83837"/>
                        <a:pt x="-3793" y="39450"/>
                        <a:pt x="26687" y="15257"/>
                      </a:cubicBezTo>
                      <a:cubicBezTo>
                        <a:pt x="57262" y="-8937"/>
                        <a:pt x="101649" y="-3793"/>
                        <a:pt x="125842" y="26687"/>
                      </a:cubicBezTo>
                      <a:lnTo>
                        <a:pt x="312151" y="261669"/>
                      </a:lnTo>
                      <a:cubicBezTo>
                        <a:pt x="336345" y="292244"/>
                        <a:pt x="331201" y="336630"/>
                        <a:pt x="300721" y="360824"/>
                      </a:cubicBezTo>
                      <a:cubicBezTo>
                        <a:pt x="287767" y="371111"/>
                        <a:pt x="272241" y="376064"/>
                        <a:pt x="256906" y="37606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Malgun Gothic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359" name="Google Shape;359;p3"/>
                <p:cNvSpPr/>
                <p:nvPr/>
              </p:nvSpPr>
              <p:spPr>
                <a:xfrm>
                  <a:off x="1610664" y="1908003"/>
                  <a:ext cx="486234" cy="576349"/>
                </a:xfrm>
                <a:custGeom>
                  <a:rect b="b" l="l" r="r" t="t"/>
                  <a:pathLst>
                    <a:path extrusionOk="0" h="576349" w="486234">
                      <a:moveTo>
                        <a:pt x="70572" y="576254"/>
                      </a:moveTo>
                      <a:cubicBezTo>
                        <a:pt x="55236" y="576254"/>
                        <a:pt x="39711" y="571301"/>
                        <a:pt x="26757" y="561014"/>
                      </a:cubicBezTo>
                      <a:cubicBezTo>
                        <a:pt x="-3819" y="536820"/>
                        <a:pt x="-8962" y="492434"/>
                        <a:pt x="15327" y="461859"/>
                      </a:cubicBezTo>
                      <a:lnTo>
                        <a:pt x="360322" y="26757"/>
                      </a:lnTo>
                      <a:cubicBezTo>
                        <a:pt x="384516" y="-3819"/>
                        <a:pt x="428902" y="-8962"/>
                        <a:pt x="459477" y="15327"/>
                      </a:cubicBezTo>
                      <a:cubicBezTo>
                        <a:pt x="490053" y="39520"/>
                        <a:pt x="495196" y="83907"/>
                        <a:pt x="470907" y="114482"/>
                      </a:cubicBezTo>
                      <a:lnTo>
                        <a:pt x="125912" y="549584"/>
                      </a:lnTo>
                      <a:cubicBezTo>
                        <a:pt x="112005" y="567205"/>
                        <a:pt x="91336" y="576349"/>
                        <a:pt x="70572" y="5763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Malgun Gothic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"/>
          <p:cNvSpPr/>
          <p:nvPr/>
        </p:nvSpPr>
        <p:spPr>
          <a:xfrm>
            <a:off x="2367710" y="1871787"/>
            <a:ext cx="2399100" cy="3249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C79A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5" name="Google Shape;365;p4"/>
          <p:cNvSpPr/>
          <p:nvPr/>
        </p:nvSpPr>
        <p:spPr>
          <a:xfrm>
            <a:off x="4840211" y="1871787"/>
            <a:ext cx="2876700" cy="3249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1F28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66" name="Google Shape;366;p4"/>
          <p:cNvGrpSpPr/>
          <p:nvPr/>
        </p:nvGrpSpPr>
        <p:grpSpPr>
          <a:xfrm>
            <a:off x="555230" y="994306"/>
            <a:ext cx="10922984" cy="783464"/>
            <a:chOff x="555230" y="1096136"/>
            <a:chExt cx="10922984" cy="885438"/>
          </a:xfrm>
        </p:grpSpPr>
        <p:grpSp>
          <p:nvGrpSpPr>
            <p:cNvPr id="367" name="Google Shape;367;p4"/>
            <p:cNvGrpSpPr/>
            <p:nvPr/>
          </p:nvGrpSpPr>
          <p:grpSpPr>
            <a:xfrm>
              <a:off x="555230" y="1096136"/>
              <a:ext cx="5870970" cy="367278"/>
              <a:chOff x="555230" y="1096135"/>
              <a:chExt cx="5870970" cy="394989"/>
            </a:xfrm>
          </p:grpSpPr>
          <p:sp>
            <p:nvSpPr>
              <p:cNvPr id="368" name="Google Shape;368;p4"/>
              <p:cNvSpPr/>
              <p:nvPr/>
            </p:nvSpPr>
            <p:spPr>
              <a:xfrm>
                <a:off x="555230" y="1096135"/>
                <a:ext cx="917970" cy="394989"/>
              </a:xfrm>
              <a:prstGeom prst="roundRect">
                <a:avLst>
                  <a:gd fmla="val 0" name="adj"/>
                </a:avLst>
              </a:prstGeom>
              <a:solidFill>
                <a:srgbClr val="3F3F3F"/>
              </a:solidFill>
              <a:ln cap="flat" cmpd="sng" w="12700">
                <a:solidFill>
                  <a:srgbClr val="59595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Arial"/>
                  <a:buNone/>
                </a:pPr>
                <a:r>
                  <a:rPr b="0" i="0" lang="ko-KR" sz="12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고객 군</a:t>
                </a:r>
                <a:endParaRPr/>
              </a:p>
            </p:txBody>
          </p:sp>
          <p:sp>
            <p:nvSpPr>
              <p:cNvPr id="369" name="Google Shape;369;p4"/>
              <p:cNvSpPr/>
              <p:nvPr/>
            </p:nvSpPr>
            <p:spPr>
              <a:xfrm>
                <a:off x="1473200" y="1096135"/>
                <a:ext cx="4953000" cy="394989"/>
              </a:xfrm>
              <a:prstGeom prst="roundRect">
                <a:avLst>
                  <a:gd fmla="val 4302" name="adj"/>
                </a:avLst>
              </a:prstGeom>
              <a:noFill/>
              <a:ln cap="flat" cmpd="sng" w="12700">
                <a:solidFill>
                  <a:srgbClr val="59595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180000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sz="1200">
                    <a:solidFill>
                      <a:srgbClr val="262B33"/>
                    </a:solidFill>
                    <a:latin typeface="Freesentation 4 Regular"/>
                    <a:ea typeface="Freesentation 4 Regular"/>
                    <a:cs typeface="Freesentation 4 Regular"/>
                  </a:rPr>
                  <a:t>공동영농 추진 중인 농업법인 사무장·대표 (B2B)</a:t>
                </a:r>
                <a:endParaRPr b="0" i="0" sz="11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0" name="Google Shape;370;p4"/>
            <p:cNvGrpSpPr/>
            <p:nvPr/>
          </p:nvGrpSpPr>
          <p:grpSpPr>
            <a:xfrm>
              <a:off x="555230" y="1614296"/>
              <a:ext cx="10922984" cy="367278"/>
              <a:chOff x="555230" y="1096135"/>
              <a:chExt cx="10922984" cy="394989"/>
            </a:xfrm>
          </p:grpSpPr>
          <p:sp>
            <p:nvSpPr>
              <p:cNvPr id="371" name="Google Shape;371;p4"/>
              <p:cNvSpPr/>
              <p:nvPr/>
            </p:nvSpPr>
            <p:spPr>
              <a:xfrm>
                <a:off x="555230" y="1096135"/>
                <a:ext cx="917970" cy="394989"/>
              </a:xfrm>
              <a:prstGeom prst="roundRect">
                <a:avLst>
                  <a:gd fmla="val 0" name="adj"/>
                </a:avLst>
              </a:prstGeom>
              <a:solidFill>
                <a:srgbClr val="3F3F3F"/>
              </a:solidFill>
              <a:ln cap="flat" cmpd="sng" w="12700">
                <a:solidFill>
                  <a:srgbClr val="59595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Arial"/>
                  <a:buNone/>
                </a:pPr>
                <a:r>
                  <a:rPr b="0" i="0" lang="ko-KR" sz="12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가치제안</a:t>
                </a:r>
                <a:endParaRPr/>
              </a:p>
            </p:txBody>
          </p:sp>
          <p:sp>
            <p:nvSpPr>
              <p:cNvPr id="372" name="Google Shape;372;p4"/>
              <p:cNvSpPr/>
              <p:nvPr/>
            </p:nvSpPr>
            <p:spPr>
              <a:xfrm>
                <a:off x="1473199" y="1096135"/>
                <a:ext cx="10005015" cy="394989"/>
              </a:xfrm>
              <a:prstGeom prst="roundRect">
                <a:avLst>
                  <a:gd fmla="val 4302" name="adj"/>
                </a:avLst>
              </a:prstGeom>
              <a:noFill/>
              <a:ln cap="flat" cmpd="sng" w="12700">
                <a:solidFill>
                  <a:srgbClr val="59595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180000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sz="1200">
                    <a:solidFill>
                      <a:srgbClr val="262B33"/>
                    </a:solidFill>
                    <a:latin typeface="Freesentation 4 Regular"/>
                    <a:ea typeface="Freesentation 4 Regular"/>
                    <a:cs typeface="Freesentation 4 Regular"/>
                  </a:rPr>
                  <a:t>거절 필지 하나가 지원 기준과 평당 배당에 주는 영향을 1초 안에 판정하고, 기본 → 구멍·기준 충족 → 구멍·기준 미충족 3단계로 대안을 제시한다</a:t>
                </a:r>
                <a:endParaRPr b="0" i="0" sz="11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aphicFrame>
        <p:nvGraphicFramePr>
          <p:cNvPr id="373" name="Google Shape;373;p4"/>
          <p:cNvGraphicFramePr/>
          <p:nvPr/>
        </p:nvGraphicFramePr>
        <p:xfrm>
          <a:off x="1439244" y="19437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{8ADAF698-1CD2-4D72-A1CD-8559842525D4}</a:tableStyleId>
              </a:tblPr>
              <a:tblGrid>
                <a:gridCol w="978075"/>
                <a:gridCol w="2353900"/>
                <a:gridCol w="3008875"/>
                <a:gridCol w="3168450"/>
              </a:tblGrid>
              <a:tr h="26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t/>
                      </a:r>
                      <a:endParaRPr b="0" i="0" sz="13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4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가설</a:t>
                      </a:r>
                      <a:r>
                        <a:rPr b="0" i="0" lang="ko-KR" sz="14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(Hypothesis)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4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질문지</a:t>
                      </a:r>
                      <a:r>
                        <a:rPr b="0" i="0" lang="ko-KR" sz="14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(Questionnaires)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2475">
                <a:tc>
                  <a:txBody>
                    <a:bodyPr/>
                    <a:lstStyle/>
                    <a:p>
                      <a:pPr indent="-78423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235"/>
                        <a:buFont typeface="Arial"/>
                        <a:buChar char="•"/>
                      </a:pPr>
                      <a:r>
                        <a:rPr b="1" i="0" lang="ko-KR" sz="1235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고객</a:t>
                      </a:r>
                      <a:endParaRPr b="1" i="0" sz="1235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050">
                          <a:solidFill>
                            <a:srgbClr val="262B33"/>
                          </a:solidFill>
                          <a:latin typeface="Freesentation 4 Regular"/>
                          <a:ea typeface="Freesentation 4 Regular"/>
                          <a:cs typeface="Freesentation 4 Regular"/>
                        </a:rPr>
                        <a:t>공동영농을 추진하는 법인 사무장은 최근 1년 안에 참여 거절 때문에 단지를 다시 설계한 적이 있을 것이다</a:t>
                      </a:r>
                      <a:endParaRPr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050">
                          <a:solidFill>
                            <a:srgbClr val="262B33"/>
                          </a:solidFill>
                          <a:latin typeface="Freesentation 4 Regular"/>
                          <a:ea typeface="Freesentation 4 Regular"/>
                          <a:cs typeface="Freesentation 4 Regular"/>
                        </a:rPr>
                        <a:t>최근 1년 동안 참여를 거절한 농가가 몇 곳이었나요? 마지막 거절은 언제, 어느 필지였나요?</a:t>
                      </a:r>
                      <a:endParaRPr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050">
                          <a:solidFill>
                            <a:srgbClr val="6B7280"/>
                          </a:solidFill>
                          <a:latin typeface="Freesentation 4 Regular"/>
                          <a:ea typeface="Freesentation 4 Regular"/>
                          <a:cs typeface="Freesentation 4 Regular"/>
                        </a:rPr>
                        <a:t>(인터뷰 후 기입)</a:t>
                      </a:r>
                      <a:endParaRPr b="0" i="0" sz="10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2475">
                <a:tc>
                  <a:txBody>
                    <a:bodyPr/>
                    <a:lstStyle/>
                    <a:p>
                      <a:pPr indent="-8255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1" i="0" lang="ko-KR" sz="13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문제</a:t>
                      </a:r>
                      <a:endParaRPr b="1" i="0" sz="1235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050">
                          <a:solidFill>
                            <a:srgbClr val="262B33"/>
                          </a:solidFill>
                          <a:latin typeface="Freesentation 4 Regular"/>
                          <a:ea typeface="Freesentation 4 Regular"/>
                          <a:cs typeface="Freesentation 4 Regular"/>
                        </a:rPr>
                        <a:t>거절이 나오면 기준 재확인과 대체 땅 찾기에 2주 이상 걸리고, 남은 농가에게 배당 변화를 설명하지 못할 것이다</a:t>
                      </a:r>
                      <a:endParaRPr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050">
                          <a:solidFill>
                            <a:srgbClr val="262B33"/>
                          </a:solidFill>
                          <a:latin typeface="Freesentation 4 Regular"/>
                          <a:ea typeface="Freesentation 4 Regular"/>
                          <a:cs typeface="Freesentation 4 Regular"/>
                        </a:rPr>
                        <a:t>마지막 거절 뒤 무엇부터 하셨나요? 대체 땅을 정하기까지 며칠, 몇 번 답사하셨나요? 남은 농가가 무엇을 물었나요?</a:t>
                      </a:r>
                      <a:endParaRPr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050">
                          <a:solidFill>
                            <a:srgbClr val="6B7280"/>
                          </a:solidFill>
                          <a:latin typeface="Freesentation 4 Regular"/>
                          <a:ea typeface="Freesentation 4 Regular"/>
                          <a:cs typeface="Freesentation 4 Regular"/>
                        </a:rPr>
                        <a:t>(인터뷰 후 기입)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2475">
                <a:tc>
                  <a:txBody>
                    <a:bodyPr/>
                    <a:lstStyle/>
                    <a:p>
                      <a:pPr indent="-78423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235"/>
                        <a:buFont typeface="Arial"/>
                        <a:buChar char="•"/>
                      </a:pPr>
                      <a:r>
                        <a:rPr b="1" i="0" lang="ko-KR" sz="1235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Solution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050">
                          <a:solidFill>
                            <a:srgbClr val="262B33"/>
                          </a:solidFill>
                          <a:latin typeface="Freesentation 4 Regular"/>
                          <a:ea typeface="Freesentation 4 Regular"/>
                          <a:cs typeface="Freesentation 4 Regular"/>
                        </a:rPr>
                        <a:t>거절 당일 "빠져도 기준·배당이 유지되는지"와 "메울 땅이 어디인지"를 숫자로 알 수 있으면, 사무장은 빼고 갈지·메울지를 바로 정하고 설득을 멈추지 않을 것이다</a:t>
                      </a:r>
                      <a:endParaRPr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050">
                          <a:solidFill>
                            <a:srgbClr val="262B33"/>
                          </a:solidFill>
                          <a:latin typeface="Freesentation 4 Regular"/>
                          <a:ea typeface="Freesentation 4 Regular"/>
                          <a:cs typeface="Freesentation 4 Regular"/>
                        </a:rPr>
                        <a:t>지난 거절 뒤 결정을 내리기까지 어떤 정보를 누구에게서 받아야 했나요? 그중 가장 오래 기다린 것은 무엇이었나요?</a:t>
                      </a:r>
                      <a:endParaRPr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050">
                          <a:solidFill>
                            <a:srgbClr val="6B7280"/>
                          </a:solidFill>
                          <a:latin typeface="Freesentation 4 Regular"/>
                          <a:ea typeface="Freesentation 4 Regular"/>
                          <a:cs typeface="Freesentation 4 Regular"/>
                        </a:rPr>
                        <a:t>(인터뷰 후 기입)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08975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300"/>
                        <a:buFont typeface="Noto Sans Symbols"/>
                        <a:buChar char="□"/>
                      </a:pPr>
                      <a:r>
                        <a:rPr b="1" lang="ko-KR" sz="13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통합 가설</a:t>
                      </a:r>
                      <a:endParaRPr b="1" sz="1300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1" lang="ko-KR" sz="9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(고객-문제-Solution 통합)</a:t>
                      </a:r>
                      <a:endParaRPr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050">
                          <a:solidFill>
                            <a:srgbClr val="262B33"/>
                          </a:solidFill>
                          <a:latin typeface="Freesentation 4 Regular"/>
                          <a:ea typeface="Freesentation 4 Regular"/>
                          <a:cs typeface="Freesentation 4 Regular"/>
                        </a:rPr>
                        <a:t>사무장은 거절로 생긴 구멍이 기준·배당에 주는 영향을 바로 알 수 없어 재설계에 2주 이상 쓰고, 그 영향과 메울 땅을 당일 숫자로 알면 1일 안에 끝낼 것이다</a:t>
                      </a:r>
                      <a:endParaRPr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050">
                          <a:solidFill>
                            <a:srgbClr val="262B33"/>
                          </a:solidFill>
                          <a:latin typeface="Freesentation 4 Regular"/>
                          <a:ea typeface="Freesentation 4 Regular"/>
                          <a:cs typeface="Freesentation 4 Regular"/>
                        </a:rPr>
                        <a:t>지난해 사업계획·필지 정리를 어디에 맡겼고 비용은 얼마였나요? 그 비용은 누가 결재했나요?</a:t>
                      </a:r>
                      <a:endParaRPr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050">
                          <a:solidFill>
                            <a:srgbClr val="6B7280"/>
                          </a:solidFill>
                          <a:latin typeface="Freesentation 4 Regular"/>
                          <a:ea typeface="Freesentation 4 Regular"/>
                          <a:cs typeface="Freesentation 4 Regular"/>
                        </a:rPr>
                        <a:t>(인터뷰 후 기입)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74" name="Google Shape;374;p4"/>
          <p:cNvGrpSpPr/>
          <p:nvPr/>
        </p:nvGrpSpPr>
        <p:grpSpPr>
          <a:xfrm>
            <a:off x="5075209" y="512055"/>
            <a:ext cx="6403004" cy="276999"/>
            <a:chOff x="6550025" y="918106"/>
            <a:chExt cx="5044505" cy="276999"/>
          </a:xfrm>
        </p:grpSpPr>
        <p:sp>
          <p:nvSpPr>
            <p:cNvPr id="375" name="Google Shape;375;p4"/>
            <p:cNvSpPr txBox="1"/>
            <p:nvPr/>
          </p:nvSpPr>
          <p:spPr>
            <a:xfrm>
              <a:off x="6550025" y="918106"/>
              <a:ext cx="104392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171450" lvl="0" marL="17145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Noto Sans Symbols"/>
                <a:buChar char="■"/>
              </a:pPr>
              <a:r>
                <a:rPr b="1" i="0" lang="ko-KR" sz="1200" u="none" cap="none" strike="noStrike">
                  <a:solidFill>
                    <a:srgbClr val="1B5E7F"/>
                  </a:solidFill>
                  <a:latin typeface="Arial"/>
                  <a:ea typeface="Arial"/>
                  <a:cs typeface="Arial"/>
                  <a:sym typeface="Arial"/>
                </a:rPr>
                <a:t>최종사용자</a:t>
              </a:r>
              <a:endPara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4"/>
            <p:cNvSpPr txBox="1"/>
            <p:nvPr/>
          </p:nvSpPr>
          <p:spPr>
            <a:xfrm>
              <a:off x="7421842" y="918106"/>
              <a:ext cx="78480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171450" lvl="0" marL="17145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Noto Sans Symbols"/>
                <a:buChar char="■"/>
              </a:pPr>
              <a:r>
                <a:rPr b="1" i="0" lang="ko-KR" sz="1200" u="none" cap="none" strike="noStrike">
                  <a:solidFill>
                    <a:srgbClr val="1B5E7F"/>
                  </a:solidFill>
                  <a:latin typeface="Arial"/>
                  <a:ea typeface="Arial"/>
                  <a:cs typeface="Arial"/>
                  <a:sym typeface="Arial"/>
                </a:rPr>
                <a:t>구매자</a:t>
              </a:r>
              <a:endPara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4"/>
            <p:cNvSpPr txBox="1"/>
            <p:nvPr/>
          </p:nvSpPr>
          <p:spPr>
            <a:xfrm>
              <a:off x="8034539" y="918106"/>
              <a:ext cx="146277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171450" lvl="0" marL="17145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Noto Sans Symbols"/>
                <a:buChar char="■"/>
              </a:pPr>
              <a:r>
                <a:rPr b="1" i="0" lang="ko-KR" sz="1200" u="none" cap="none" strike="noStrike">
                  <a:solidFill>
                    <a:srgbClr val="1B5E7F"/>
                  </a:solidFill>
                  <a:latin typeface="Arial"/>
                  <a:ea typeface="Arial"/>
                  <a:cs typeface="Arial"/>
                  <a:sym typeface="Arial"/>
                </a:rPr>
                <a:t>(최종)의사결정자</a:t>
              </a:r>
              <a:endPara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4"/>
            <p:cNvSpPr txBox="1"/>
            <p:nvPr/>
          </p:nvSpPr>
          <p:spPr>
            <a:xfrm>
              <a:off x="9325205" y="918106"/>
              <a:ext cx="104392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171450" lvl="0" marL="17145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Noto Sans Symbols"/>
                <a:buChar char="□"/>
              </a:pPr>
              <a:r>
                <a:rPr b="0" i="0" lang="ko-KR" sz="12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인플루언서</a:t>
              </a:r>
              <a:endPara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4"/>
            <p:cNvSpPr txBox="1"/>
            <p:nvPr/>
          </p:nvSpPr>
          <p:spPr>
            <a:xfrm>
              <a:off x="10197022" y="918106"/>
              <a:ext cx="78480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171450" lvl="0" marL="17145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Noto Sans Symbols"/>
                <a:buChar char="□"/>
              </a:pPr>
              <a:r>
                <a:rPr b="0" i="0" lang="ko-KR" sz="12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추천자</a:t>
              </a:r>
              <a:endPara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4"/>
            <p:cNvSpPr txBox="1"/>
            <p:nvPr/>
          </p:nvSpPr>
          <p:spPr>
            <a:xfrm>
              <a:off x="10809721" y="918106"/>
              <a:ext cx="78480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171450" lvl="0" marL="17145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Noto Sans Symbols"/>
                <a:buChar char="□"/>
              </a:pPr>
              <a:r>
                <a:rPr b="0" i="0" lang="ko-KR" sz="12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방해자</a:t>
              </a:r>
              <a:endPara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1" name="Google Shape;381;p4"/>
          <p:cNvSpPr txBox="1"/>
          <p:nvPr/>
        </p:nvSpPr>
        <p:spPr>
          <a:xfrm>
            <a:off x="519244" y="412710"/>
            <a:ext cx="609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가설 및 인터뷰 질문지/답변내용</a:t>
            </a:r>
            <a:endParaRPr b="0" i="0" sz="1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4"/>
          <p:cNvSpPr/>
          <p:nvPr/>
        </p:nvSpPr>
        <p:spPr>
          <a:xfrm>
            <a:off x="7799739" y="1871793"/>
            <a:ext cx="3148800" cy="3249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0" i="0" lang="ko-KR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답변내용</a:t>
            </a:r>
            <a:endParaRPr/>
          </a:p>
        </p:txBody>
      </p:sp>
      <p:sp>
        <p:nvSpPr>
          <p:cNvPr id="383" name="Google Shape;383;p4"/>
          <p:cNvSpPr txBox="1"/>
          <p:nvPr/>
        </p:nvSpPr>
        <p:spPr>
          <a:xfrm>
            <a:off x="6475706" y="994306"/>
            <a:ext cx="500250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algun Gothic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여러 고객 중에서 가장 중요한 고객 군 1개만 선정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8" name="Google Shape;388;p5"/>
          <p:cNvGraphicFramePr/>
          <p:nvPr/>
        </p:nvGraphicFramePr>
        <p:xfrm>
          <a:off x="764514" y="10093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{8ADAF698-1CD2-4D72-A1CD-8559842525D4}</a:tableStyleId>
              </a:tblPr>
              <a:tblGrid>
                <a:gridCol w="1924375"/>
                <a:gridCol w="8799975"/>
              </a:tblGrid>
              <a:tr h="9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구 분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내   용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07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핵심 인사이트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 wrap="square"/>
                    <a:lstStyle/>
                    <a:p>
                      <a:pPr indent="-139700" lvl="0" marL="139700" marR="0" rtl="0" algn="l"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/>
                        <a:buChar char="•"/>
                      </a:pPr>
                      <a:r>
                        <a:rPr sz="1400">
                          <a:solidFill>
                            <a:srgbClr val="1B5E7F"/>
                          </a:solidFill>
                          <a:latin typeface="Freesentation 6 SemiBold"/>
                          <a:ea typeface="Freesentation 6 SemiBold"/>
                          <a:cs typeface="Freesentation 6 SemiBold"/>
                        </a:rPr>
                        <a:t>구멍의 진짜 비용은 경로가 아니라 기준 미달이다.  </a:t>
                      </a:r>
                      <a:r>
                        <a:rPr sz="1400">
                          <a:solidFill>
                            <a:srgbClr val="262B33"/>
                          </a:solidFill>
                          <a:latin typeface="Freesentation 4 Regular"/>
                          <a:ea typeface="Freesentation 4 Regular"/>
                          <a:cs typeface="Freesentation 4 Regular"/>
                        </a:rPr>
                        <a:t>첫 문제 가설("트랙터 경로 때문에 생산비가 크게 는다")은 시뮬레이션에서 기각됐다. 1명 거절 시 순이익 감소의 94%는 빠진 땅 몫, 경로·기계비는 6%였다.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39700" lvl="0" marL="139700" marR="0" rtl="0" algn="l"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/>
                        <a:buChar char="•"/>
                      </a:pPr>
                      <a:r>
                        <a:rPr sz="1400">
                          <a:solidFill>
                            <a:srgbClr val="1B5E7F"/>
                          </a:solidFill>
                          <a:latin typeface="Freesentation 6 SemiBold"/>
                          <a:ea typeface="Freesentation 6 SemiBold"/>
                          <a:cs typeface="Freesentation 6 SemiBold"/>
                        </a:rPr>
                        <a:t>목표는 총 순수익보다 평당 배당이다.  </a:t>
                      </a:r>
                      <a:r>
                        <a:rPr sz="1400">
                          <a:solidFill>
                            <a:srgbClr val="262B33"/>
                          </a:solidFill>
                          <a:latin typeface="Freesentation 4 Regular"/>
                          <a:ea typeface="Freesentation 4 Regular"/>
                          <a:cs typeface="Freesentation 4 Regular"/>
                        </a:rPr>
                        <a:t>땅과 배당받을 사람이 함께 빠져, 총 순수익이 6% 줄어도 남은 조합원 평당 배당은 약 1%만 준다.</a:t>
                      </a:r>
                    </a:p>
                    <a:p>
                      <a:pPr indent="-139700" lvl="0" marL="139700" marR="0" rtl="0" algn="l"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/>
                        <a:buChar char="•"/>
                      </a:pPr>
                      <a:r>
                        <a:rPr sz="1400">
                          <a:solidFill>
                            <a:srgbClr val="1B5E7F"/>
                          </a:solidFill>
                          <a:latin typeface="Freesentation 6 SemiBold"/>
                          <a:ea typeface="Freesentation 6 SemiBold"/>
                          <a:cs typeface="Freesentation 6 SemiBold"/>
                        </a:rPr>
                        <a:t>배당은 범위로, 흉년은 따로 보여 줘야 설득된다.  </a:t>
                      </a:r>
                      <a:r>
                        <a:rPr sz="1400">
                          <a:solidFill>
                            <a:srgbClr val="262B33"/>
                          </a:solidFill>
                          <a:latin typeface="Freesentation 4 Regular"/>
                          <a:ea typeface="Freesentation 4 Regular"/>
                          <a:cs typeface="Freesentation 4 Regular"/>
                        </a:rPr>
                        <a:t>흉년 손실을 고정 임차료형은 법인이, 배당형은 조합원이 진다.</a:t>
                      </a:r>
                    </a:p>
                    <a:p>
                      <a:pPr indent="-139700" lvl="0" marL="139700" marR="0" rtl="0" algn="l"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sz="1400">
                          <a:solidFill>
                            <a:srgbClr val="1B5E7F"/>
                          </a:solidFill>
                          <a:latin typeface="Freesentation 6 SemiBold"/>
                          <a:ea typeface="Freesentation 6 SemiBold"/>
                          <a:cs typeface="Freesentation 6 SemiBold"/>
                        </a:rPr>
                        <a:t>고객은 B2B 구조다.  </a:t>
                      </a:r>
                      <a:r>
                        <a:rPr sz="1400">
                          <a:solidFill>
                            <a:srgbClr val="262B33"/>
                          </a:solidFill>
                          <a:latin typeface="Freesentation 4 Regular"/>
                          <a:ea typeface="Freesentation 4 Regular"/>
                          <a:cs typeface="Freesentation 4 Regular"/>
                        </a:rPr>
                        <a:t>사무장이 쓰고, 대표가 정하고, 법인이 비용을 낸다. 상위 3개 원형부터 인터뷰한다.</a:t>
                      </a:r>
                    </a:p>
                  </a:txBody>
                  <a:tcPr marT="45725" marB="45725" marR="91450" marL="91450"/>
                </a:tc>
              </a:tr>
              <a:tr h="207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본 과정에 대한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소감, 느낌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 wrap="square"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300">
                          <a:solidFill>
                            <a:srgbClr val="6B7280"/>
                          </a:solidFill>
                          <a:latin typeface="Freesentation 4 Regular"/>
                          <a:ea typeface="Freesentation 4 Regular"/>
                          <a:cs typeface="Freesentation 4 Regular"/>
                        </a:rPr>
                        <a:t>(팀원 소감 기입)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389" name="Google Shape;389;p5"/>
          <p:cNvCxnSpPr/>
          <p:nvPr/>
        </p:nvCxnSpPr>
        <p:spPr>
          <a:xfrm>
            <a:off x="0" y="669956"/>
            <a:ext cx="12192000" cy="0"/>
          </a:xfrm>
          <a:prstGeom prst="straightConnector1">
            <a:avLst/>
          </a:prstGeom>
          <a:noFill/>
          <a:ln cap="flat" cmpd="sng" w="571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90" name="Google Shape;390;p5"/>
          <p:cNvCxnSpPr/>
          <p:nvPr/>
        </p:nvCxnSpPr>
        <p:spPr>
          <a:xfrm>
            <a:off x="0" y="6391747"/>
            <a:ext cx="12192000" cy="40654"/>
          </a:xfrm>
          <a:prstGeom prst="straightConnector1">
            <a:avLst/>
          </a:prstGeom>
          <a:noFill/>
          <a:ln cap="flat" cmpd="sng" w="76200">
            <a:solidFill>
              <a:srgbClr val="00B050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3_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2026-10-28T11:48:35Z</dcterms:created>
  <dc:creator>Taewon Kim</dc:creator>
</cp:coreProperties>
</file>